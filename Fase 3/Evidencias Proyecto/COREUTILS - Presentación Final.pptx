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Light" charset="1" panose="00000400000000000000"/>
      <p:regular r:id="rId19"/>
    </p:embeddedFont>
    <p:embeddedFont>
      <p:font typeface="Poppins Semi-Bold" charset="1" panose="00000700000000000000"/>
      <p:regular r:id="rId20"/>
    </p:embeddedFont>
    <p:embeddedFont>
      <p:font typeface="Poppins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93509" y="8393803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36947" y="486693"/>
            <a:ext cx="4402087" cy="1084014"/>
          </a:xfrm>
          <a:custGeom>
            <a:avLst/>
            <a:gdLst/>
            <a:ahLst/>
            <a:cxnLst/>
            <a:rect r="r" b="b" t="t" l="l"/>
            <a:pathLst>
              <a:path h="1084014" w="4402087">
                <a:moveTo>
                  <a:pt x="0" y="0"/>
                </a:moveTo>
                <a:lnTo>
                  <a:pt x="4402087" y="0"/>
                </a:lnTo>
                <a:lnTo>
                  <a:pt x="4402087" y="1084014"/>
                </a:lnTo>
                <a:lnTo>
                  <a:pt x="0" y="1084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1199301"/>
            <a:ext cx="19091901" cy="13173412"/>
          </a:xfrm>
          <a:custGeom>
            <a:avLst/>
            <a:gdLst/>
            <a:ahLst/>
            <a:cxnLst/>
            <a:rect r="r" b="b" t="t" l="l"/>
            <a:pathLst>
              <a:path h="13173412" w="19091901">
                <a:moveTo>
                  <a:pt x="0" y="0"/>
                </a:moveTo>
                <a:lnTo>
                  <a:pt x="19091901" y="0"/>
                </a:lnTo>
                <a:lnTo>
                  <a:pt x="19091901" y="13173412"/>
                </a:lnTo>
                <a:lnTo>
                  <a:pt x="0" y="13173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189303" y="732844"/>
            <a:ext cx="6214194" cy="629811"/>
            <a:chOff x="0" y="0"/>
            <a:chExt cx="1636660" cy="1658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INICIO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67559" y="8890000"/>
            <a:ext cx="179174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 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46721" y="9720373"/>
            <a:ext cx="419455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core-utils.app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5885" y="2704530"/>
            <a:ext cx="536102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PRESENTACIÓN FINAL CAPSTONE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7025" y="8370777"/>
            <a:ext cx="2319446" cy="1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sz="19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FELIPE OSORIO</a:t>
            </a:r>
          </a:p>
          <a:p>
            <a:pPr algn="l">
              <a:lnSpc>
                <a:spcPts val="2787"/>
              </a:lnSpc>
            </a:pPr>
            <a:r>
              <a:rPr lang="en-US" sz="19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HELMER MENESES</a:t>
            </a:r>
          </a:p>
          <a:p>
            <a:pPr algn="l">
              <a:lnSpc>
                <a:spcPts val="2787"/>
              </a:lnSpc>
            </a:pPr>
          </a:p>
          <a:p>
            <a:pPr algn="l">
              <a:lnSpc>
                <a:spcPts val="2787"/>
              </a:lnSpc>
            </a:pPr>
            <a:r>
              <a:rPr lang="en-US" sz="19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CAPSTONE_302V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26437" y="71379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7" y="0"/>
                </a:lnTo>
                <a:lnTo>
                  <a:pt x="2655137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37139" y="8890000"/>
            <a:ext cx="222216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 &gt;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58000" y="551869"/>
            <a:ext cx="7772000" cy="200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 necesidad de un Hub de herramientas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6310" y="7633735"/>
            <a:ext cx="4357336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Ejmplos (logística, e-sports, pymes, creativas)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826" y="5848200"/>
            <a:ext cx="555344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Dificultad para automatizar procesos, integrar datos y mantener comunicación eficiente.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7826" y="4185135"/>
            <a:ext cx="555344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Diversidad de sistemas en cada empresa, varios logins, bases de datos, APIs.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04159"/>
            <a:ext cx="5553443" cy="6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b="true" sz="3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 PROBLEMA?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46080" y="3104159"/>
            <a:ext cx="5553443" cy="6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b="true" sz="3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 SOLUCIÓN.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99787" y="4625374"/>
            <a:ext cx="6672998" cy="429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un sistema escalable que permita a distintas organizaciones usar la misma infraestructura.</a:t>
            </a:r>
          </a:p>
          <a:p>
            <a:pPr algn="ctr">
              <a:lnSpc>
                <a:spcPts val="3757"/>
              </a:lnSpc>
            </a:pPr>
          </a:p>
          <a:p>
            <a:pPr algn="ctr">
              <a:lnSpc>
                <a:spcPts val="3757"/>
              </a:lnSpc>
            </a:pPr>
            <a:r>
              <a:rPr lang="en-US" sz="26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cliente tendrá sus propios espacios de trabajo, con datos aislados y módulos activables según sus necesidades.</a:t>
            </a:r>
          </a:p>
          <a:p>
            <a:pPr algn="ctr">
              <a:lnSpc>
                <a:spcPts val="3757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550405" y="4549905"/>
            <a:ext cx="1187190" cy="1187190"/>
          </a:xfrm>
          <a:custGeom>
            <a:avLst/>
            <a:gdLst/>
            <a:ahLst/>
            <a:cxnLst/>
            <a:rect r="r" b="b" t="t" l="l"/>
            <a:pathLst>
              <a:path h="1187190" w="1187190">
                <a:moveTo>
                  <a:pt x="0" y="0"/>
                </a:moveTo>
                <a:lnTo>
                  <a:pt x="1187190" y="0"/>
                </a:lnTo>
                <a:lnTo>
                  <a:pt x="1187190" y="1187190"/>
                </a:lnTo>
                <a:lnTo>
                  <a:pt x="0" y="1187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73892" y="4384636"/>
            <a:ext cx="6046431" cy="672323"/>
            <a:chOff x="0" y="0"/>
            <a:chExt cx="1592476" cy="177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2476" cy="177073"/>
            </a:xfrm>
            <a:custGeom>
              <a:avLst/>
              <a:gdLst/>
              <a:ahLst/>
              <a:cxnLst/>
              <a:rect r="r" b="b" t="t" l="l"/>
              <a:pathLst>
                <a:path h="177073" w="1592476">
                  <a:moveTo>
                    <a:pt x="64021" y="0"/>
                  </a:moveTo>
                  <a:lnTo>
                    <a:pt x="1528455" y="0"/>
                  </a:lnTo>
                  <a:cubicBezTo>
                    <a:pt x="1545435" y="0"/>
                    <a:pt x="1561718" y="6745"/>
                    <a:pt x="1573725" y="18751"/>
                  </a:cubicBezTo>
                  <a:cubicBezTo>
                    <a:pt x="1585731" y="30757"/>
                    <a:pt x="1592476" y="47041"/>
                    <a:pt x="1592476" y="64021"/>
                  </a:cubicBezTo>
                  <a:lnTo>
                    <a:pt x="1592476" y="113052"/>
                  </a:lnTo>
                  <a:cubicBezTo>
                    <a:pt x="1592476" y="148410"/>
                    <a:pt x="1563813" y="177073"/>
                    <a:pt x="1528455" y="177073"/>
                  </a:cubicBezTo>
                  <a:lnTo>
                    <a:pt x="64021" y="177073"/>
                  </a:lnTo>
                  <a:cubicBezTo>
                    <a:pt x="28663" y="177073"/>
                    <a:pt x="0" y="148410"/>
                    <a:pt x="0" y="113052"/>
                  </a:cubicBezTo>
                  <a:lnTo>
                    <a:pt x="0" y="64021"/>
                  </a:lnTo>
                  <a:cubicBezTo>
                    <a:pt x="0" y="28663"/>
                    <a:pt x="28663" y="0"/>
                    <a:pt x="64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592476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ACELERAR LA TRANSFORMACIÓN DIGITAL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73892" y="3024600"/>
            <a:ext cx="6046431" cy="672323"/>
            <a:chOff x="0" y="0"/>
            <a:chExt cx="1592476" cy="1770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2476" cy="177073"/>
            </a:xfrm>
            <a:custGeom>
              <a:avLst/>
              <a:gdLst/>
              <a:ahLst/>
              <a:cxnLst/>
              <a:rect r="r" b="b" t="t" l="l"/>
              <a:pathLst>
                <a:path h="177073" w="1592476">
                  <a:moveTo>
                    <a:pt x="64021" y="0"/>
                  </a:moveTo>
                  <a:lnTo>
                    <a:pt x="1528455" y="0"/>
                  </a:lnTo>
                  <a:cubicBezTo>
                    <a:pt x="1545435" y="0"/>
                    <a:pt x="1561718" y="6745"/>
                    <a:pt x="1573725" y="18751"/>
                  </a:cubicBezTo>
                  <a:cubicBezTo>
                    <a:pt x="1585731" y="30757"/>
                    <a:pt x="1592476" y="47041"/>
                    <a:pt x="1592476" y="64021"/>
                  </a:cubicBezTo>
                  <a:lnTo>
                    <a:pt x="1592476" y="113052"/>
                  </a:lnTo>
                  <a:cubicBezTo>
                    <a:pt x="1592476" y="148410"/>
                    <a:pt x="1563813" y="177073"/>
                    <a:pt x="1528455" y="177073"/>
                  </a:cubicBezTo>
                  <a:lnTo>
                    <a:pt x="64021" y="177073"/>
                  </a:lnTo>
                  <a:cubicBezTo>
                    <a:pt x="28663" y="177073"/>
                    <a:pt x="0" y="148410"/>
                    <a:pt x="0" y="113052"/>
                  </a:cubicBezTo>
                  <a:lnTo>
                    <a:pt x="0" y="64021"/>
                  </a:lnTo>
                  <a:cubicBezTo>
                    <a:pt x="0" y="28663"/>
                    <a:pt x="28663" y="0"/>
                    <a:pt x="64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92476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REDUCIR COSTOS OPERATIVOS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8130" y="2782907"/>
            <a:ext cx="6419462" cy="5978602"/>
            <a:chOff x="0" y="0"/>
            <a:chExt cx="1690722" cy="15746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90723" cy="1574611"/>
            </a:xfrm>
            <a:custGeom>
              <a:avLst/>
              <a:gdLst/>
              <a:ahLst/>
              <a:cxnLst/>
              <a:rect r="r" b="b" t="t" l="l"/>
              <a:pathLst>
                <a:path h="1574611" w="1690723">
                  <a:moveTo>
                    <a:pt x="60300" y="0"/>
                  </a:moveTo>
                  <a:lnTo>
                    <a:pt x="1630422" y="0"/>
                  </a:lnTo>
                  <a:cubicBezTo>
                    <a:pt x="1646415" y="0"/>
                    <a:pt x="1661752" y="6353"/>
                    <a:pt x="1673061" y="17662"/>
                  </a:cubicBezTo>
                  <a:cubicBezTo>
                    <a:pt x="1684369" y="28970"/>
                    <a:pt x="1690723" y="44308"/>
                    <a:pt x="1690723" y="60300"/>
                  </a:cubicBezTo>
                  <a:lnTo>
                    <a:pt x="1690723" y="1514311"/>
                  </a:lnTo>
                  <a:cubicBezTo>
                    <a:pt x="1690723" y="1530304"/>
                    <a:pt x="1684369" y="1545641"/>
                    <a:pt x="1673061" y="1556950"/>
                  </a:cubicBezTo>
                  <a:cubicBezTo>
                    <a:pt x="1661752" y="1568258"/>
                    <a:pt x="1646415" y="1574611"/>
                    <a:pt x="1630422" y="1574611"/>
                  </a:cubicBezTo>
                  <a:lnTo>
                    <a:pt x="60300" y="1574611"/>
                  </a:lnTo>
                  <a:cubicBezTo>
                    <a:pt x="44308" y="1574611"/>
                    <a:pt x="28970" y="1568258"/>
                    <a:pt x="17662" y="1556950"/>
                  </a:cubicBezTo>
                  <a:cubicBezTo>
                    <a:pt x="6353" y="1545641"/>
                    <a:pt x="0" y="1530304"/>
                    <a:pt x="0" y="1514311"/>
                  </a:cubicBezTo>
                  <a:lnTo>
                    <a:pt x="0" y="60300"/>
                  </a:lnTo>
                  <a:cubicBezTo>
                    <a:pt x="0" y="44308"/>
                    <a:pt x="6353" y="28970"/>
                    <a:pt x="17662" y="17662"/>
                  </a:cubicBezTo>
                  <a:cubicBezTo>
                    <a:pt x="28970" y="6353"/>
                    <a:pt x="44308" y="0"/>
                    <a:pt x="603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690722" cy="165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CREAR UNA PLATAFORMA DIGITAL CENTRALIZADA QUE PERMITA A EMPRESAS DE DIFERENTES SECTORES ACCEDER A MÚLTIPLES HERRAMIENTAS DE GESTIÓN EN UN SOLO LUGAR, SIMPLIFICANDO SUS OPERACIONES DIARIAS Y MEJORANDO SU PRODUCTIVIDAD SIN NECESIDAD DE CONTRATAR MÚLTIPLES SISTEMAS INDEPENDIENTES.</a:t>
              </a:r>
            </a:p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73892" y="7847493"/>
            <a:ext cx="6046431" cy="672323"/>
            <a:chOff x="0" y="0"/>
            <a:chExt cx="1592476" cy="1770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2476" cy="177073"/>
            </a:xfrm>
            <a:custGeom>
              <a:avLst/>
              <a:gdLst/>
              <a:ahLst/>
              <a:cxnLst/>
              <a:rect r="r" b="b" t="t" l="l"/>
              <a:pathLst>
                <a:path h="177073" w="1592476">
                  <a:moveTo>
                    <a:pt x="64021" y="0"/>
                  </a:moveTo>
                  <a:lnTo>
                    <a:pt x="1528455" y="0"/>
                  </a:lnTo>
                  <a:cubicBezTo>
                    <a:pt x="1545435" y="0"/>
                    <a:pt x="1561718" y="6745"/>
                    <a:pt x="1573725" y="18751"/>
                  </a:cubicBezTo>
                  <a:cubicBezTo>
                    <a:pt x="1585731" y="30757"/>
                    <a:pt x="1592476" y="47041"/>
                    <a:pt x="1592476" y="64021"/>
                  </a:cubicBezTo>
                  <a:lnTo>
                    <a:pt x="1592476" y="113052"/>
                  </a:lnTo>
                  <a:cubicBezTo>
                    <a:pt x="1592476" y="148410"/>
                    <a:pt x="1563813" y="177073"/>
                    <a:pt x="1528455" y="177073"/>
                  </a:cubicBezTo>
                  <a:lnTo>
                    <a:pt x="64021" y="177073"/>
                  </a:lnTo>
                  <a:cubicBezTo>
                    <a:pt x="28663" y="177073"/>
                    <a:pt x="0" y="148410"/>
                    <a:pt x="0" y="113052"/>
                  </a:cubicBezTo>
                  <a:lnTo>
                    <a:pt x="0" y="64021"/>
                  </a:lnTo>
                  <a:cubicBezTo>
                    <a:pt x="0" y="28663"/>
                    <a:pt x="28663" y="0"/>
                    <a:pt x="64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592476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ESCALAR JUNTO AL CRECIMIENTO DEL CLIENTE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73892" y="5436047"/>
            <a:ext cx="6046431" cy="672323"/>
            <a:chOff x="0" y="0"/>
            <a:chExt cx="1592476" cy="1770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2476" cy="177073"/>
            </a:xfrm>
            <a:custGeom>
              <a:avLst/>
              <a:gdLst/>
              <a:ahLst/>
              <a:cxnLst/>
              <a:rect r="r" b="b" t="t" l="l"/>
              <a:pathLst>
                <a:path h="177073" w="1592476">
                  <a:moveTo>
                    <a:pt x="64021" y="0"/>
                  </a:moveTo>
                  <a:lnTo>
                    <a:pt x="1528455" y="0"/>
                  </a:lnTo>
                  <a:cubicBezTo>
                    <a:pt x="1545435" y="0"/>
                    <a:pt x="1561718" y="6745"/>
                    <a:pt x="1573725" y="18751"/>
                  </a:cubicBezTo>
                  <a:cubicBezTo>
                    <a:pt x="1585731" y="30757"/>
                    <a:pt x="1592476" y="47041"/>
                    <a:pt x="1592476" y="64021"/>
                  </a:cubicBezTo>
                  <a:lnTo>
                    <a:pt x="1592476" y="113052"/>
                  </a:lnTo>
                  <a:cubicBezTo>
                    <a:pt x="1592476" y="148410"/>
                    <a:pt x="1563813" y="177073"/>
                    <a:pt x="1528455" y="177073"/>
                  </a:cubicBezTo>
                  <a:lnTo>
                    <a:pt x="64021" y="177073"/>
                  </a:lnTo>
                  <a:cubicBezTo>
                    <a:pt x="28663" y="177073"/>
                    <a:pt x="0" y="148410"/>
                    <a:pt x="0" y="113052"/>
                  </a:cubicBezTo>
                  <a:lnTo>
                    <a:pt x="0" y="64021"/>
                  </a:lnTo>
                  <a:cubicBezTo>
                    <a:pt x="0" y="28663"/>
                    <a:pt x="28663" y="0"/>
                    <a:pt x="64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592476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FACILITAR LA TOMA DE DECISIONES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73892" y="6641770"/>
            <a:ext cx="6046431" cy="672323"/>
            <a:chOff x="0" y="0"/>
            <a:chExt cx="1592476" cy="1770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2476" cy="177073"/>
            </a:xfrm>
            <a:custGeom>
              <a:avLst/>
              <a:gdLst/>
              <a:ahLst/>
              <a:cxnLst/>
              <a:rect r="r" b="b" t="t" l="l"/>
              <a:pathLst>
                <a:path h="177073" w="1592476">
                  <a:moveTo>
                    <a:pt x="64021" y="0"/>
                  </a:moveTo>
                  <a:lnTo>
                    <a:pt x="1528455" y="0"/>
                  </a:lnTo>
                  <a:cubicBezTo>
                    <a:pt x="1545435" y="0"/>
                    <a:pt x="1561718" y="6745"/>
                    <a:pt x="1573725" y="18751"/>
                  </a:cubicBezTo>
                  <a:cubicBezTo>
                    <a:pt x="1585731" y="30757"/>
                    <a:pt x="1592476" y="47041"/>
                    <a:pt x="1592476" y="64021"/>
                  </a:cubicBezTo>
                  <a:lnTo>
                    <a:pt x="1592476" y="113052"/>
                  </a:lnTo>
                  <a:cubicBezTo>
                    <a:pt x="1592476" y="148410"/>
                    <a:pt x="1563813" y="177073"/>
                    <a:pt x="1528455" y="177073"/>
                  </a:cubicBezTo>
                  <a:lnTo>
                    <a:pt x="64021" y="177073"/>
                  </a:lnTo>
                  <a:cubicBezTo>
                    <a:pt x="28663" y="177073"/>
                    <a:pt x="0" y="148410"/>
                    <a:pt x="0" y="113052"/>
                  </a:cubicBezTo>
                  <a:lnTo>
                    <a:pt x="0" y="64021"/>
                  </a:lnTo>
                  <a:cubicBezTo>
                    <a:pt x="0" y="28663"/>
                    <a:pt x="28663" y="0"/>
                    <a:pt x="64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592476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MEJORAR LA EFICIENCIA EMPRESARIAL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80864" y="8890000"/>
            <a:ext cx="257843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525634" y="811213"/>
            <a:ext cx="152367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1093" y="2057250"/>
            <a:ext cx="1124581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 y Limitaciones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93173" y="3935062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Nuevos módulos</a:t>
            </a:r>
            <a:r>
              <a:rPr lang="en-US" sz="264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→ analítica avanzada, big data y machine learning para mayor valor agregado.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95663" y="5169645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Expansión sectorial</a:t>
            </a:r>
            <a:r>
              <a:rPr lang="en-US" sz="2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aplicable en logística, esports, educación y gestión empresarial.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90287" y="6404228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Escalabilidad B2B → </a:t>
            </a:r>
            <a:r>
              <a:rPr lang="en-US" sz="2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 para operar como plataforma comercial para múltiples organizaciones.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3173" y="7840243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Innovación continua → </a:t>
            </a:r>
            <a:r>
              <a:rPr lang="en-US" sz="2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de nuevas tecnologías cloud e IA para mantener competitividad.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23223" y="8890000"/>
            <a:ext cx="213607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327569" y="71379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60431" y="580718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403682" y="811213"/>
            <a:ext cx="14806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55328" y="2005090"/>
            <a:ext cx="917468" cy="433712"/>
          </a:xfrm>
          <a:custGeom>
            <a:avLst/>
            <a:gdLst/>
            <a:ahLst/>
            <a:cxnLst/>
            <a:rect r="r" b="b" t="t" l="l"/>
            <a:pathLst>
              <a:path h="433712" w="917468">
                <a:moveTo>
                  <a:pt x="0" y="0"/>
                </a:moveTo>
                <a:lnTo>
                  <a:pt x="917468" y="0"/>
                </a:lnTo>
                <a:lnTo>
                  <a:pt x="917468" y="433712"/>
                </a:lnTo>
                <a:lnTo>
                  <a:pt x="0" y="43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63624" y="3791212"/>
            <a:ext cx="917468" cy="433712"/>
          </a:xfrm>
          <a:custGeom>
            <a:avLst/>
            <a:gdLst/>
            <a:ahLst/>
            <a:cxnLst/>
            <a:rect r="r" b="b" t="t" l="l"/>
            <a:pathLst>
              <a:path h="433712" w="917468">
                <a:moveTo>
                  <a:pt x="0" y="0"/>
                </a:moveTo>
                <a:lnTo>
                  <a:pt x="917467" y="0"/>
                </a:lnTo>
                <a:lnTo>
                  <a:pt x="917467" y="433712"/>
                </a:lnTo>
                <a:lnTo>
                  <a:pt x="0" y="43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55328" y="5437472"/>
            <a:ext cx="917468" cy="433712"/>
          </a:xfrm>
          <a:custGeom>
            <a:avLst/>
            <a:gdLst/>
            <a:ahLst/>
            <a:cxnLst/>
            <a:rect r="r" b="b" t="t" l="l"/>
            <a:pathLst>
              <a:path h="433712" w="917468">
                <a:moveTo>
                  <a:pt x="0" y="0"/>
                </a:moveTo>
                <a:lnTo>
                  <a:pt x="917468" y="0"/>
                </a:lnTo>
                <a:lnTo>
                  <a:pt x="917468" y="433712"/>
                </a:lnTo>
                <a:lnTo>
                  <a:pt x="0" y="43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55328" y="7039911"/>
            <a:ext cx="917468" cy="433712"/>
          </a:xfrm>
          <a:custGeom>
            <a:avLst/>
            <a:gdLst/>
            <a:ahLst/>
            <a:cxnLst/>
            <a:rect r="r" b="b" t="t" l="l"/>
            <a:pathLst>
              <a:path h="433712" w="917468">
                <a:moveTo>
                  <a:pt x="0" y="0"/>
                </a:moveTo>
                <a:lnTo>
                  <a:pt x="917468" y="0"/>
                </a:lnTo>
                <a:lnTo>
                  <a:pt x="917468" y="433712"/>
                </a:lnTo>
                <a:lnTo>
                  <a:pt x="0" y="43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180612" y="8890000"/>
            <a:ext cx="207868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327569" y="874790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0"/>
                </a:lnTo>
                <a:lnTo>
                  <a:pt x="0" y="3067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60431" y="628035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03005" y="3748472"/>
            <a:ext cx="7332018" cy="4438926"/>
          </a:xfrm>
          <a:custGeom>
            <a:avLst/>
            <a:gdLst/>
            <a:ahLst/>
            <a:cxnLst/>
            <a:rect r="r" b="b" t="t" l="l"/>
            <a:pathLst>
              <a:path h="4438926" w="7332018">
                <a:moveTo>
                  <a:pt x="0" y="0"/>
                </a:moveTo>
                <a:lnTo>
                  <a:pt x="7332019" y="0"/>
                </a:lnTo>
                <a:lnTo>
                  <a:pt x="7332019" y="4438926"/>
                </a:lnTo>
                <a:lnTo>
                  <a:pt x="0" y="44389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99839" y="1688546"/>
            <a:ext cx="615379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6794" y="2480984"/>
            <a:ext cx="711751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Identificación de necesidades de las organizaciones.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Definición clara del alcance y de los módulos principales (OCR, notificaciones, mensajería, dashboards).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29899" y="3086774"/>
            <a:ext cx="4893679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Tradicion</a:t>
            </a: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 aplicada en COREUTILS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6794" y="1967946"/>
            <a:ext cx="581190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Levantamiento de Requerimientos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5089" y="4267107"/>
            <a:ext cx="7654211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Elaboración de la arquitectura modular y multi-tenant.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Modelado de datos y definición de la infraestructura en la nube.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605089" y="3754068"/>
            <a:ext cx="4458627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Diseño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696794" y="5910785"/>
            <a:ext cx="731226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Desarrollo de cada módulo siguiendo las especificaciones.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Integración de componentes en un ecosistema centralizado.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6794" y="7513224"/>
            <a:ext cx="7312265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Validación funcional y técnica de la plataforma.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Despliegue en la nube y puesta en marcha con control de calidad.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6794" y="5397746"/>
            <a:ext cx="348300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6794" y="7000185"/>
            <a:ext cx="348300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Pruebas y Despliegue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234579" y="808115"/>
            <a:ext cx="209302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5862" y="2950543"/>
            <a:ext cx="2086569" cy="672323"/>
            <a:chOff x="0" y="0"/>
            <a:chExt cx="549549" cy="1770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41798" y="2950543"/>
            <a:ext cx="2086569" cy="672323"/>
            <a:chOff x="0" y="0"/>
            <a:chExt cx="549549" cy="1770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61574" y="2950543"/>
            <a:ext cx="2086569" cy="672323"/>
            <a:chOff x="0" y="0"/>
            <a:chExt cx="549549" cy="1770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8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61574" y="6769491"/>
            <a:ext cx="2086569" cy="672323"/>
            <a:chOff x="0" y="0"/>
            <a:chExt cx="549549" cy="1770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41798" y="4883830"/>
            <a:ext cx="2086569" cy="672323"/>
            <a:chOff x="0" y="0"/>
            <a:chExt cx="549549" cy="1770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61574" y="4883830"/>
            <a:ext cx="2086569" cy="672323"/>
            <a:chOff x="0" y="0"/>
            <a:chExt cx="549549" cy="1770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07852" y="3920704"/>
            <a:ext cx="2086569" cy="672323"/>
            <a:chOff x="0" y="0"/>
            <a:chExt cx="549549" cy="1770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5862" y="3916232"/>
            <a:ext cx="2086569" cy="672323"/>
            <a:chOff x="0" y="0"/>
            <a:chExt cx="549549" cy="17707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41798" y="3916232"/>
            <a:ext cx="2086569" cy="672323"/>
            <a:chOff x="0" y="0"/>
            <a:chExt cx="549549" cy="1770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61574" y="3916232"/>
            <a:ext cx="2086569" cy="672323"/>
            <a:chOff x="0" y="0"/>
            <a:chExt cx="549549" cy="1770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9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007852" y="2950543"/>
            <a:ext cx="2086569" cy="672323"/>
            <a:chOff x="0" y="0"/>
            <a:chExt cx="549549" cy="1770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41798" y="5849518"/>
            <a:ext cx="2086569" cy="672323"/>
            <a:chOff x="0" y="0"/>
            <a:chExt cx="549549" cy="1770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61574" y="5849518"/>
            <a:ext cx="2086569" cy="672323"/>
            <a:chOff x="0" y="0"/>
            <a:chExt cx="549549" cy="17707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07852" y="4840678"/>
            <a:ext cx="2086569" cy="672323"/>
            <a:chOff x="0" y="0"/>
            <a:chExt cx="549549" cy="17707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007852" y="5849518"/>
            <a:ext cx="2086569" cy="672323"/>
            <a:chOff x="0" y="0"/>
            <a:chExt cx="549549" cy="1770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07852" y="6769491"/>
            <a:ext cx="2086569" cy="672323"/>
            <a:chOff x="0" y="0"/>
            <a:chExt cx="549549" cy="17707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17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156824" y="2938091"/>
            <a:ext cx="2086569" cy="672323"/>
            <a:chOff x="0" y="0"/>
            <a:chExt cx="549549" cy="1770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9549" cy="177073"/>
            </a:xfrm>
            <a:custGeom>
              <a:avLst/>
              <a:gdLst/>
              <a:ahLst/>
              <a:cxnLst/>
              <a:rect r="r" b="b" t="t" l="l"/>
              <a:pathLst>
                <a:path h="177073" w="549549">
                  <a:moveTo>
                    <a:pt x="88536" y="0"/>
                  </a:moveTo>
                  <a:lnTo>
                    <a:pt x="461013" y="0"/>
                  </a:lnTo>
                  <a:cubicBezTo>
                    <a:pt x="484494" y="0"/>
                    <a:pt x="507014" y="9328"/>
                    <a:pt x="523617" y="25932"/>
                  </a:cubicBezTo>
                  <a:cubicBezTo>
                    <a:pt x="540221" y="42536"/>
                    <a:pt x="549549" y="65055"/>
                    <a:pt x="549549" y="88536"/>
                  </a:cubicBezTo>
                  <a:lnTo>
                    <a:pt x="549549" y="88536"/>
                  </a:lnTo>
                  <a:cubicBezTo>
                    <a:pt x="549549" y="112018"/>
                    <a:pt x="540221" y="134537"/>
                    <a:pt x="523617" y="151141"/>
                  </a:cubicBezTo>
                  <a:cubicBezTo>
                    <a:pt x="507014" y="167745"/>
                    <a:pt x="484494" y="177073"/>
                    <a:pt x="461013" y="177073"/>
                  </a:cubicBezTo>
                  <a:lnTo>
                    <a:pt x="88536" y="177073"/>
                  </a:lnTo>
                  <a:cubicBezTo>
                    <a:pt x="65055" y="177073"/>
                    <a:pt x="42536" y="167745"/>
                    <a:pt x="25932" y="151141"/>
                  </a:cubicBezTo>
                  <a:cubicBezTo>
                    <a:pt x="9328" y="134537"/>
                    <a:pt x="0" y="112018"/>
                    <a:pt x="0" y="88536"/>
                  </a:cubicBezTo>
                  <a:lnTo>
                    <a:pt x="0" y="88536"/>
                  </a:lnTo>
                  <a:cubicBezTo>
                    <a:pt x="0" y="65055"/>
                    <a:pt x="9328" y="42536"/>
                    <a:pt x="25932" y="25932"/>
                  </a:cubicBezTo>
                  <a:cubicBezTo>
                    <a:pt x="42536" y="9328"/>
                    <a:pt x="65055" y="0"/>
                    <a:pt x="885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549549" cy="243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SEMANA 3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7954470" y="811213"/>
            <a:ext cx="237906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CRONOGRAMA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-95079" y="2185532"/>
            <a:ext cx="4663886" cy="45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b="true" sz="25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de Requisitos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595750" y="2207016"/>
            <a:ext cx="4778664" cy="45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b="true" sz="25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y Diseño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457040" y="2207016"/>
            <a:ext cx="10769556" cy="45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b="true" sz="25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Desarrollo implementación y cierre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612502" y="2197774"/>
            <a:ext cx="3175213" cy="47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Planificación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493803" y="8156189"/>
            <a:ext cx="4696029" cy="82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 BD</a:t>
            </a:r>
          </a:p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 FullStack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32187" y="1780617"/>
            <a:ext cx="2873919" cy="36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  <a:spcBef>
                <a:spcPct val="0"/>
              </a:spcBef>
            </a:pPr>
            <a:r>
              <a:rPr lang="en-US" sz="2047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02/09 - 12/09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548123" y="1802101"/>
            <a:ext cx="2873919" cy="36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  <a:spcBef>
                <a:spcPct val="0"/>
              </a:spcBef>
            </a:pPr>
            <a:r>
              <a:rPr lang="en-US" sz="2047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30/09 - 16/10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404858" y="1802101"/>
            <a:ext cx="2873919" cy="36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  <a:spcBef>
                <a:spcPct val="0"/>
              </a:spcBef>
            </a:pPr>
            <a:r>
              <a:rPr lang="en-US" sz="2047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18/10 - 12/12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916551" y="1802101"/>
            <a:ext cx="2873919" cy="36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  <a:spcBef>
                <a:spcPct val="0"/>
              </a:spcBef>
            </a:pPr>
            <a:r>
              <a:rPr lang="en-US" sz="2047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16/09 - 27/09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665545" y="6969516"/>
            <a:ext cx="4696029" cy="164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Jefe Proyecto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 Senior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 BD</a:t>
            </a:r>
          </a:p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Diseñador UX/UI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852094" y="3972212"/>
            <a:ext cx="4696029" cy="164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Jefe Proyecto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Owner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StakeHolders</a:t>
            </a:r>
          </a:p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de Desarollo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-278247" y="4993504"/>
            <a:ext cx="4696029" cy="205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Analista de Negocio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Jefe Proyecto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 Senior</a:t>
            </a:r>
          </a:p>
          <a:p>
            <a:pPr algn="ctr">
              <a:lnSpc>
                <a:spcPts val="3286"/>
              </a:lnSpc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StakeHolders</a:t>
            </a:r>
          </a:p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Owner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3106" y="0"/>
            <a:ext cx="16459200" cy="10287000"/>
          </a:xfrm>
          <a:custGeom>
            <a:avLst/>
            <a:gdLst/>
            <a:ahLst/>
            <a:cxnLst/>
            <a:rect r="r" b="b" t="t" l="l"/>
            <a:pathLst>
              <a:path h="10287000" w="16459200">
                <a:moveTo>
                  <a:pt x="0" y="0"/>
                </a:moveTo>
                <a:lnTo>
                  <a:pt x="16459200" y="0"/>
                </a:lnTo>
                <a:lnTo>
                  <a:pt x="164592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42334" y="1609585"/>
            <a:ext cx="2100378" cy="854170"/>
            <a:chOff x="0" y="0"/>
            <a:chExt cx="553186" cy="224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3186" cy="224967"/>
            </a:xfrm>
            <a:custGeom>
              <a:avLst/>
              <a:gdLst/>
              <a:ahLst/>
              <a:cxnLst/>
              <a:rect r="r" b="b" t="t" l="l"/>
              <a:pathLst>
                <a:path h="224967" w="553186">
                  <a:moveTo>
                    <a:pt x="103207" y="0"/>
                  </a:moveTo>
                  <a:lnTo>
                    <a:pt x="449979" y="0"/>
                  </a:lnTo>
                  <a:cubicBezTo>
                    <a:pt x="477351" y="0"/>
                    <a:pt x="503602" y="10874"/>
                    <a:pt x="522957" y="30229"/>
                  </a:cubicBezTo>
                  <a:cubicBezTo>
                    <a:pt x="542312" y="49584"/>
                    <a:pt x="553186" y="75835"/>
                    <a:pt x="553186" y="103207"/>
                  </a:cubicBezTo>
                  <a:lnTo>
                    <a:pt x="553186" y="121760"/>
                  </a:lnTo>
                  <a:cubicBezTo>
                    <a:pt x="553186" y="178759"/>
                    <a:pt x="506979" y="224967"/>
                    <a:pt x="449979" y="224967"/>
                  </a:cubicBezTo>
                  <a:lnTo>
                    <a:pt x="103207" y="224967"/>
                  </a:lnTo>
                  <a:cubicBezTo>
                    <a:pt x="75835" y="224967"/>
                    <a:pt x="49584" y="214093"/>
                    <a:pt x="30229" y="194738"/>
                  </a:cubicBezTo>
                  <a:cubicBezTo>
                    <a:pt x="10874" y="175383"/>
                    <a:pt x="0" y="149132"/>
                    <a:pt x="0" y="121760"/>
                  </a:cubicBezTo>
                  <a:lnTo>
                    <a:pt x="0" y="103207"/>
                  </a:lnTo>
                  <a:cubicBezTo>
                    <a:pt x="0" y="75835"/>
                    <a:pt x="10874" y="49584"/>
                    <a:pt x="30229" y="30229"/>
                  </a:cubicBezTo>
                  <a:cubicBezTo>
                    <a:pt x="49584" y="10874"/>
                    <a:pt x="75835" y="0"/>
                    <a:pt x="1032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3186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925254" y="1609585"/>
            <a:ext cx="11044111" cy="8324499"/>
          </a:xfrm>
          <a:custGeom>
            <a:avLst/>
            <a:gdLst/>
            <a:ahLst/>
            <a:cxnLst/>
            <a:rect r="r" b="b" t="t" l="l"/>
            <a:pathLst>
              <a:path h="8324499" w="11044111">
                <a:moveTo>
                  <a:pt x="0" y="0"/>
                </a:moveTo>
                <a:lnTo>
                  <a:pt x="11044111" y="0"/>
                </a:lnTo>
                <a:lnTo>
                  <a:pt x="11044111" y="8324499"/>
                </a:lnTo>
                <a:lnTo>
                  <a:pt x="0" y="8324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174124" y="811213"/>
            <a:ext cx="193975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1886" y="1782670"/>
            <a:ext cx="35099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0058" y="4772798"/>
            <a:ext cx="5748139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ORGANIZACIONES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PERMISOS DE NAVEGACION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253177"/>
            <a:ext cx="7514915" cy="3713970"/>
            <a:chOff x="0" y="0"/>
            <a:chExt cx="1979237" cy="9781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9237" cy="978165"/>
            </a:xfrm>
            <a:custGeom>
              <a:avLst/>
              <a:gdLst/>
              <a:ahLst/>
              <a:cxnLst/>
              <a:rect r="r" b="b" t="t" l="l"/>
              <a:pathLst>
                <a:path h="978165" w="1979237">
                  <a:moveTo>
                    <a:pt x="51510" y="0"/>
                  </a:moveTo>
                  <a:lnTo>
                    <a:pt x="1927727" y="0"/>
                  </a:lnTo>
                  <a:cubicBezTo>
                    <a:pt x="1941388" y="0"/>
                    <a:pt x="1954490" y="5427"/>
                    <a:pt x="1964150" y="15087"/>
                  </a:cubicBezTo>
                  <a:cubicBezTo>
                    <a:pt x="1973810" y="24747"/>
                    <a:pt x="1979237" y="37849"/>
                    <a:pt x="1979237" y="51510"/>
                  </a:cubicBezTo>
                  <a:lnTo>
                    <a:pt x="1979237" y="926655"/>
                  </a:lnTo>
                  <a:cubicBezTo>
                    <a:pt x="1979237" y="940316"/>
                    <a:pt x="1973810" y="953418"/>
                    <a:pt x="1964150" y="963078"/>
                  </a:cubicBezTo>
                  <a:cubicBezTo>
                    <a:pt x="1954490" y="972738"/>
                    <a:pt x="1941388" y="978165"/>
                    <a:pt x="1927727" y="978165"/>
                  </a:cubicBezTo>
                  <a:lnTo>
                    <a:pt x="51510" y="978165"/>
                  </a:lnTo>
                  <a:cubicBezTo>
                    <a:pt x="37849" y="978165"/>
                    <a:pt x="24747" y="972738"/>
                    <a:pt x="15087" y="963078"/>
                  </a:cubicBezTo>
                  <a:cubicBezTo>
                    <a:pt x="5427" y="953418"/>
                    <a:pt x="0" y="940316"/>
                    <a:pt x="0" y="926655"/>
                  </a:cubicBezTo>
                  <a:lnTo>
                    <a:pt x="0" y="51510"/>
                  </a:lnTo>
                  <a:cubicBezTo>
                    <a:pt x="0" y="37849"/>
                    <a:pt x="5427" y="24747"/>
                    <a:pt x="15087" y="15087"/>
                  </a:cubicBezTo>
                  <a:cubicBezTo>
                    <a:pt x="24747" y="5427"/>
                    <a:pt x="37849" y="0"/>
                    <a:pt x="51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79237" cy="104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9744385" y="3253177"/>
            <a:ext cx="7514915" cy="3713970"/>
            <a:chOff x="0" y="0"/>
            <a:chExt cx="1979237" cy="978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9237" cy="978165"/>
            </a:xfrm>
            <a:custGeom>
              <a:avLst/>
              <a:gdLst/>
              <a:ahLst/>
              <a:cxnLst/>
              <a:rect r="r" b="b" t="t" l="l"/>
              <a:pathLst>
                <a:path h="978165" w="1979237">
                  <a:moveTo>
                    <a:pt x="51510" y="0"/>
                  </a:moveTo>
                  <a:lnTo>
                    <a:pt x="1927727" y="0"/>
                  </a:lnTo>
                  <a:cubicBezTo>
                    <a:pt x="1941388" y="0"/>
                    <a:pt x="1954490" y="5427"/>
                    <a:pt x="1964150" y="15087"/>
                  </a:cubicBezTo>
                  <a:cubicBezTo>
                    <a:pt x="1973810" y="24747"/>
                    <a:pt x="1979237" y="37849"/>
                    <a:pt x="1979237" y="51510"/>
                  </a:cubicBezTo>
                  <a:lnTo>
                    <a:pt x="1979237" y="926655"/>
                  </a:lnTo>
                  <a:cubicBezTo>
                    <a:pt x="1979237" y="940316"/>
                    <a:pt x="1973810" y="953418"/>
                    <a:pt x="1964150" y="963078"/>
                  </a:cubicBezTo>
                  <a:cubicBezTo>
                    <a:pt x="1954490" y="972738"/>
                    <a:pt x="1941388" y="978165"/>
                    <a:pt x="1927727" y="978165"/>
                  </a:cubicBezTo>
                  <a:lnTo>
                    <a:pt x="51510" y="978165"/>
                  </a:lnTo>
                  <a:cubicBezTo>
                    <a:pt x="37849" y="978165"/>
                    <a:pt x="24747" y="972738"/>
                    <a:pt x="15087" y="963078"/>
                  </a:cubicBezTo>
                  <a:cubicBezTo>
                    <a:pt x="5427" y="953418"/>
                    <a:pt x="0" y="940316"/>
                    <a:pt x="0" y="926655"/>
                  </a:cubicBezTo>
                  <a:lnTo>
                    <a:pt x="0" y="51510"/>
                  </a:lnTo>
                  <a:cubicBezTo>
                    <a:pt x="0" y="37849"/>
                    <a:pt x="5427" y="24747"/>
                    <a:pt x="15087" y="15087"/>
                  </a:cubicBezTo>
                  <a:cubicBezTo>
                    <a:pt x="24747" y="5427"/>
                    <a:pt x="37849" y="0"/>
                    <a:pt x="51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9237" cy="104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2392" y="4966689"/>
            <a:ext cx="934076" cy="921232"/>
          </a:xfrm>
          <a:custGeom>
            <a:avLst/>
            <a:gdLst/>
            <a:ahLst/>
            <a:cxnLst/>
            <a:rect r="r" b="b" t="t" l="l"/>
            <a:pathLst>
              <a:path h="921232" w="934076">
                <a:moveTo>
                  <a:pt x="0" y="0"/>
                </a:moveTo>
                <a:lnTo>
                  <a:pt x="934076" y="0"/>
                </a:lnTo>
                <a:lnTo>
                  <a:pt x="934076" y="921232"/>
                </a:lnTo>
                <a:lnTo>
                  <a:pt x="0" y="92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966908" y="4966689"/>
            <a:ext cx="1032291" cy="919384"/>
          </a:xfrm>
          <a:custGeom>
            <a:avLst/>
            <a:gdLst/>
            <a:ahLst/>
            <a:cxnLst/>
            <a:rect r="r" b="b" t="t" l="l"/>
            <a:pathLst>
              <a:path h="919384" w="1032291">
                <a:moveTo>
                  <a:pt x="0" y="0"/>
                </a:moveTo>
                <a:lnTo>
                  <a:pt x="1032291" y="0"/>
                </a:lnTo>
                <a:lnTo>
                  <a:pt x="1032291" y="919384"/>
                </a:lnTo>
                <a:lnTo>
                  <a:pt x="0" y="919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13549" y="4951941"/>
            <a:ext cx="950729" cy="950729"/>
          </a:xfrm>
          <a:custGeom>
            <a:avLst/>
            <a:gdLst/>
            <a:ahLst/>
            <a:cxnLst/>
            <a:rect r="r" b="b" t="t" l="l"/>
            <a:pathLst>
              <a:path h="950729" w="950729">
                <a:moveTo>
                  <a:pt x="0" y="0"/>
                </a:moveTo>
                <a:lnTo>
                  <a:pt x="950729" y="0"/>
                </a:lnTo>
                <a:lnTo>
                  <a:pt x="950729" y="950729"/>
                </a:lnTo>
                <a:lnTo>
                  <a:pt x="0" y="950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978628" y="4923718"/>
            <a:ext cx="1007175" cy="1007175"/>
          </a:xfrm>
          <a:custGeom>
            <a:avLst/>
            <a:gdLst/>
            <a:ahLst/>
            <a:cxnLst/>
            <a:rect r="r" b="b" t="t" l="l"/>
            <a:pathLst>
              <a:path h="1007175" w="1007175">
                <a:moveTo>
                  <a:pt x="0" y="0"/>
                </a:moveTo>
                <a:lnTo>
                  <a:pt x="1007175" y="0"/>
                </a:lnTo>
                <a:lnTo>
                  <a:pt x="1007175" y="1007175"/>
                </a:lnTo>
                <a:lnTo>
                  <a:pt x="0" y="100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42630" y="4966689"/>
            <a:ext cx="983937" cy="950729"/>
          </a:xfrm>
          <a:custGeom>
            <a:avLst/>
            <a:gdLst/>
            <a:ahLst/>
            <a:cxnLst/>
            <a:rect r="r" b="b" t="t" l="l"/>
            <a:pathLst>
              <a:path h="950729" w="983937">
                <a:moveTo>
                  <a:pt x="0" y="0"/>
                </a:moveTo>
                <a:lnTo>
                  <a:pt x="983937" y="0"/>
                </a:lnTo>
                <a:lnTo>
                  <a:pt x="983937" y="950729"/>
                </a:lnTo>
                <a:lnTo>
                  <a:pt x="0" y="9507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40917" y="4923718"/>
            <a:ext cx="1007175" cy="1007175"/>
          </a:xfrm>
          <a:custGeom>
            <a:avLst/>
            <a:gdLst/>
            <a:ahLst/>
            <a:cxnLst/>
            <a:rect r="r" b="b" t="t" l="l"/>
            <a:pathLst>
              <a:path h="1007175" w="1007175">
                <a:moveTo>
                  <a:pt x="0" y="0"/>
                </a:moveTo>
                <a:lnTo>
                  <a:pt x="1007175" y="0"/>
                </a:lnTo>
                <a:lnTo>
                  <a:pt x="1007175" y="1007175"/>
                </a:lnTo>
                <a:lnTo>
                  <a:pt x="0" y="1007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386883" y="4906607"/>
            <a:ext cx="1041396" cy="1041396"/>
          </a:xfrm>
          <a:custGeom>
            <a:avLst/>
            <a:gdLst/>
            <a:ahLst/>
            <a:cxnLst/>
            <a:rect r="r" b="b" t="t" l="l"/>
            <a:pathLst>
              <a:path h="1041396" w="1041396">
                <a:moveTo>
                  <a:pt x="0" y="0"/>
                </a:moveTo>
                <a:lnTo>
                  <a:pt x="1041397" y="0"/>
                </a:lnTo>
                <a:lnTo>
                  <a:pt x="1041397" y="1041397"/>
                </a:lnTo>
                <a:lnTo>
                  <a:pt x="0" y="1041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962442" y="4966689"/>
            <a:ext cx="967613" cy="997851"/>
          </a:xfrm>
          <a:custGeom>
            <a:avLst/>
            <a:gdLst/>
            <a:ahLst/>
            <a:cxnLst/>
            <a:rect r="r" b="b" t="t" l="l"/>
            <a:pathLst>
              <a:path h="997851" w="967613">
                <a:moveTo>
                  <a:pt x="0" y="0"/>
                </a:moveTo>
                <a:lnTo>
                  <a:pt x="967612" y="0"/>
                </a:lnTo>
                <a:lnTo>
                  <a:pt x="967612" y="997851"/>
                </a:lnTo>
                <a:lnTo>
                  <a:pt x="0" y="997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477505" y="8429308"/>
            <a:ext cx="2009422" cy="678180"/>
          </a:xfrm>
          <a:custGeom>
            <a:avLst/>
            <a:gdLst/>
            <a:ahLst/>
            <a:cxnLst/>
            <a:rect r="r" b="b" t="t" l="l"/>
            <a:pathLst>
              <a:path h="678180" w="2009422">
                <a:moveTo>
                  <a:pt x="0" y="0"/>
                </a:moveTo>
                <a:lnTo>
                  <a:pt x="2009422" y="0"/>
                </a:lnTo>
                <a:lnTo>
                  <a:pt x="2009422" y="678180"/>
                </a:lnTo>
                <a:lnTo>
                  <a:pt x="0" y="6781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915981" y="8439350"/>
            <a:ext cx="2991600" cy="818950"/>
          </a:xfrm>
          <a:custGeom>
            <a:avLst/>
            <a:gdLst/>
            <a:ahLst/>
            <a:cxnLst/>
            <a:rect r="r" b="b" t="t" l="l"/>
            <a:pathLst>
              <a:path h="818950" w="2991600">
                <a:moveTo>
                  <a:pt x="0" y="0"/>
                </a:moveTo>
                <a:lnTo>
                  <a:pt x="2991600" y="0"/>
                </a:lnTo>
                <a:lnTo>
                  <a:pt x="2991600" y="818950"/>
                </a:lnTo>
                <a:lnTo>
                  <a:pt x="0" y="818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336206" y="8345237"/>
            <a:ext cx="1007175" cy="1007175"/>
          </a:xfrm>
          <a:custGeom>
            <a:avLst/>
            <a:gdLst/>
            <a:ahLst/>
            <a:cxnLst/>
            <a:rect r="r" b="b" t="t" l="l"/>
            <a:pathLst>
              <a:path h="1007175" w="1007175">
                <a:moveTo>
                  <a:pt x="0" y="0"/>
                </a:moveTo>
                <a:lnTo>
                  <a:pt x="1007176" y="0"/>
                </a:lnTo>
                <a:lnTo>
                  <a:pt x="1007176" y="1007175"/>
                </a:lnTo>
                <a:lnTo>
                  <a:pt x="0" y="10071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966908" y="1640277"/>
            <a:ext cx="1235418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2392" y="3799474"/>
            <a:ext cx="185425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Front 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89727" y="7548173"/>
            <a:ext cx="470854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Infraestructura / Dev Ops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86883" y="3799474"/>
            <a:ext cx="155574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Back 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22360" y="8890000"/>
            <a:ext cx="233694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 &gt;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43615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STACK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922360" y="2037057"/>
            <a:ext cx="3908141" cy="854170"/>
            <a:chOff x="0" y="0"/>
            <a:chExt cx="1029305" cy="2249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9305" cy="224967"/>
            </a:xfrm>
            <a:custGeom>
              <a:avLst/>
              <a:gdLst/>
              <a:ahLst/>
              <a:cxnLst/>
              <a:rect r="r" b="b" t="t" l="l"/>
              <a:pathLst>
                <a:path h="224967" w="1029305">
                  <a:moveTo>
                    <a:pt x="55467" y="0"/>
                  </a:moveTo>
                  <a:lnTo>
                    <a:pt x="973837" y="0"/>
                  </a:lnTo>
                  <a:cubicBezTo>
                    <a:pt x="988548" y="0"/>
                    <a:pt x="1002657" y="5844"/>
                    <a:pt x="1013059" y="16246"/>
                  </a:cubicBezTo>
                  <a:cubicBezTo>
                    <a:pt x="1023461" y="26648"/>
                    <a:pt x="1029305" y="40756"/>
                    <a:pt x="1029305" y="55467"/>
                  </a:cubicBezTo>
                  <a:lnTo>
                    <a:pt x="1029305" y="169499"/>
                  </a:lnTo>
                  <a:cubicBezTo>
                    <a:pt x="1029305" y="184210"/>
                    <a:pt x="1023461" y="198318"/>
                    <a:pt x="1013059" y="208721"/>
                  </a:cubicBezTo>
                  <a:cubicBezTo>
                    <a:pt x="1002657" y="219123"/>
                    <a:pt x="988548" y="224967"/>
                    <a:pt x="973837" y="224967"/>
                  </a:cubicBezTo>
                  <a:lnTo>
                    <a:pt x="55467" y="224967"/>
                  </a:lnTo>
                  <a:cubicBezTo>
                    <a:pt x="40756" y="224967"/>
                    <a:pt x="26648" y="219123"/>
                    <a:pt x="16246" y="208721"/>
                  </a:cubicBezTo>
                  <a:cubicBezTo>
                    <a:pt x="5844" y="198318"/>
                    <a:pt x="0" y="184210"/>
                    <a:pt x="0" y="169499"/>
                  </a:cubicBezTo>
                  <a:lnTo>
                    <a:pt x="0" y="55467"/>
                  </a:lnTo>
                  <a:cubicBezTo>
                    <a:pt x="0" y="40756"/>
                    <a:pt x="5844" y="26648"/>
                    <a:pt x="16246" y="16246"/>
                  </a:cubicBezTo>
                  <a:cubicBezTo>
                    <a:pt x="26648" y="5844"/>
                    <a:pt x="40756" y="0"/>
                    <a:pt x="554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029305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320546" y="2194172"/>
            <a:ext cx="35099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Nuestro Stack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5255" y="3971690"/>
            <a:ext cx="981701" cy="1110978"/>
          </a:xfrm>
          <a:custGeom>
            <a:avLst/>
            <a:gdLst/>
            <a:ahLst/>
            <a:cxnLst/>
            <a:rect r="r" b="b" t="t" l="l"/>
            <a:pathLst>
              <a:path h="1110978" w="981701">
                <a:moveTo>
                  <a:pt x="0" y="0"/>
                </a:moveTo>
                <a:lnTo>
                  <a:pt x="981701" y="0"/>
                </a:lnTo>
                <a:lnTo>
                  <a:pt x="981701" y="1110978"/>
                </a:lnTo>
                <a:lnTo>
                  <a:pt x="0" y="111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00438" y="3861165"/>
            <a:ext cx="1187190" cy="1187190"/>
          </a:xfrm>
          <a:custGeom>
            <a:avLst/>
            <a:gdLst/>
            <a:ahLst/>
            <a:cxnLst/>
            <a:rect r="r" b="b" t="t" l="l"/>
            <a:pathLst>
              <a:path h="1187190" w="1187190">
                <a:moveTo>
                  <a:pt x="0" y="0"/>
                </a:moveTo>
                <a:lnTo>
                  <a:pt x="1187190" y="0"/>
                </a:lnTo>
                <a:lnTo>
                  <a:pt x="1187190" y="1187191"/>
                </a:lnTo>
                <a:lnTo>
                  <a:pt x="0" y="1187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04098" y="713794"/>
            <a:ext cx="6214194" cy="629811"/>
            <a:chOff x="0" y="0"/>
            <a:chExt cx="1636660" cy="165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363110" y="5062667"/>
            <a:ext cx="2374381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+25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5255" y="5799267"/>
            <a:ext cx="1923037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04098" y="4991206"/>
            <a:ext cx="2374381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00438" y="5732469"/>
            <a:ext cx="1923037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93510" y="8890000"/>
            <a:ext cx="25657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07607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1365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0063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41392" y="2166685"/>
            <a:ext cx="2539607" cy="94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662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40345" y="7556524"/>
            <a:ext cx="7245530" cy="93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662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CORE-UTILS.APP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20019" y="4362435"/>
            <a:ext cx="9647963" cy="233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0"/>
              </a:lnSpc>
            </a:pPr>
            <a:r>
              <a:rPr lang="en-US" sz="163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4982" y="8890000"/>
            <a:ext cx="272431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HUB &gt;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327569" y="71379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60431" y="5333431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0"/>
                </a:lnTo>
                <a:lnTo>
                  <a:pt x="0" y="3067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640412" y="811213"/>
            <a:ext cx="136585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DAGyDmS2p-s</dc:identifier>
  <dcterms:modified xsi:type="dcterms:W3CDTF">2011-08-01T06:04:30Z</dcterms:modified>
  <cp:revision>1</cp:revision>
  <dc:title>COREUTILS - Presentación</dc:title>
</cp:coreProperties>
</file>