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oppins Bold" charset="1" panose="00000800000000000000"/>
      <p:regular r:id="rId19"/>
    </p:embeddedFont>
    <p:embeddedFont>
      <p:font typeface="Poppins" charset="1" panose="00000500000000000000"/>
      <p:regular r:id="rId20"/>
    </p:embeddedFont>
    <p:embeddedFont>
      <p:font typeface="Poppins Light" charset="1" panose="00000400000000000000"/>
      <p:regular r:id="rId21"/>
    </p:embeddedFont>
    <p:embeddedFont>
      <p:font typeface="Poppins Semi-Bold" charset="1" panose="000007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https://utils.eternalflame.cl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12" Target="../media/image18.png" Type="http://schemas.openxmlformats.org/officeDocument/2006/relationships/image"/><Relationship Id="rId13" Target="../media/image19.png" Type="http://schemas.openxmlformats.org/officeDocument/2006/relationships/image"/><Relationship Id="rId14" Target="../media/image20.png" Type="http://schemas.openxmlformats.org/officeDocument/2006/relationships/image"/><Relationship Id="rId15" Target="../media/image21.png" Type="http://schemas.openxmlformats.org/officeDocument/2006/relationships/image"/><Relationship Id="rId2" Target="../media/image9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3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4.png" Type="http://schemas.openxmlformats.org/officeDocument/2006/relationships/image"/><Relationship Id="rId6" Target="../media/image35.svg" Type="http://schemas.openxmlformats.org/officeDocument/2006/relationships/image"/><Relationship Id="rId7" Target="../media/image36.png" Type="http://schemas.openxmlformats.org/officeDocument/2006/relationships/image"/><Relationship Id="rId8" Target="../media/image3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4D">
                    <a:alpha val="100000"/>
                  </a:srgbClr>
                </a:gs>
                <a:gs pos="100000">
                  <a:srgbClr val="FF54D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193509" y="8393803"/>
            <a:ext cx="6987516" cy="4114800"/>
          </a:xfrm>
          <a:custGeom>
            <a:avLst/>
            <a:gdLst/>
            <a:ahLst/>
            <a:cxnLst/>
            <a:rect r="r" b="b" t="t" l="l"/>
            <a:pathLst>
              <a:path h="4114800" w="6987516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557378" y="-2078130"/>
            <a:ext cx="6987516" cy="4114800"/>
          </a:xfrm>
          <a:custGeom>
            <a:avLst/>
            <a:gdLst/>
            <a:ahLst/>
            <a:cxnLst/>
            <a:rect r="r" b="b" t="t" l="l"/>
            <a:pathLst>
              <a:path h="4114800" w="6987516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336947" y="486693"/>
            <a:ext cx="4402087" cy="1084014"/>
          </a:xfrm>
          <a:custGeom>
            <a:avLst/>
            <a:gdLst/>
            <a:ahLst/>
            <a:cxnLst/>
            <a:rect r="r" b="b" t="t" l="l"/>
            <a:pathLst>
              <a:path h="1084014" w="4402087">
                <a:moveTo>
                  <a:pt x="0" y="0"/>
                </a:moveTo>
                <a:lnTo>
                  <a:pt x="4402087" y="0"/>
                </a:lnTo>
                <a:lnTo>
                  <a:pt x="4402087" y="1084014"/>
                </a:lnTo>
                <a:lnTo>
                  <a:pt x="0" y="1084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-1199301"/>
            <a:ext cx="19091901" cy="13173412"/>
          </a:xfrm>
          <a:custGeom>
            <a:avLst/>
            <a:gdLst/>
            <a:ahLst/>
            <a:cxnLst/>
            <a:rect r="r" b="b" t="t" l="l"/>
            <a:pathLst>
              <a:path h="13173412" w="19091901">
                <a:moveTo>
                  <a:pt x="0" y="0"/>
                </a:moveTo>
                <a:lnTo>
                  <a:pt x="19091901" y="0"/>
                </a:lnTo>
                <a:lnTo>
                  <a:pt x="19091901" y="13173412"/>
                </a:lnTo>
                <a:lnTo>
                  <a:pt x="0" y="131734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189303" y="732844"/>
            <a:ext cx="6214194" cy="629811"/>
            <a:chOff x="0" y="0"/>
            <a:chExt cx="1636660" cy="1658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4D">
                    <a:alpha val="100000"/>
                  </a:srgbClr>
                </a:gs>
                <a:gs pos="100000">
                  <a:srgbClr val="FF54D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640412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INICIO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46463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33438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UTILS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467559" y="8890000"/>
            <a:ext cx="1791741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SIGUIENTE &gt;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46721" y="9720373"/>
            <a:ext cx="4194557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u="sng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  <a:hlinkClick r:id="rId6" tooltip="https://utils.eternalflame.cl"/>
              </a:rPr>
              <a:t>https://utils.eternalflame.cl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07025" y="8370777"/>
            <a:ext cx="2319446" cy="141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7"/>
              </a:lnSpc>
            </a:pPr>
            <a:r>
              <a:rPr lang="en-US" sz="199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FELIPE OSORIO</a:t>
            </a:r>
          </a:p>
          <a:p>
            <a:pPr algn="l">
              <a:lnSpc>
                <a:spcPts val="2787"/>
              </a:lnSpc>
            </a:pPr>
            <a:r>
              <a:rPr lang="en-US" sz="199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HELMER MENESES</a:t>
            </a:r>
          </a:p>
          <a:p>
            <a:pPr algn="l">
              <a:lnSpc>
                <a:spcPts val="2787"/>
              </a:lnSpc>
            </a:pPr>
          </a:p>
          <a:p>
            <a:pPr algn="l">
              <a:lnSpc>
                <a:spcPts val="2787"/>
              </a:lnSpc>
            </a:pPr>
            <a:r>
              <a:rPr lang="en-US" sz="199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CAPSTONE_302V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1327569" y="713794"/>
            <a:ext cx="2655137" cy="3067911"/>
          </a:xfrm>
          <a:custGeom>
            <a:avLst/>
            <a:gdLst/>
            <a:ahLst/>
            <a:cxnLst/>
            <a:rect r="r" b="b" t="t" l="l"/>
            <a:pathLst>
              <a:path h="3067911" w="2655137">
                <a:moveTo>
                  <a:pt x="0" y="0"/>
                </a:moveTo>
                <a:lnTo>
                  <a:pt x="2655138" y="0"/>
                </a:lnTo>
                <a:lnTo>
                  <a:pt x="2655138" y="3067911"/>
                </a:lnTo>
                <a:lnTo>
                  <a:pt x="0" y="30679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037139" y="8890000"/>
            <a:ext cx="2222161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SIGUIENTE &gt;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960431" y="5888764"/>
            <a:ext cx="2655137" cy="3067911"/>
          </a:xfrm>
          <a:custGeom>
            <a:avLst/>
            <a:gdLst/>
            <a:ahLst/>
            <a:cxnLst/>
            <a:rect r="r" b="b" t="t" l="l"/>
            <a:pathLst>
              <a:path h="3067911" w="2655137">
                <a:moveTo>
                  <a:pt x="0" y="0"/>
                </a:moveTo>
                <a:lnTo>
                  <a:pt x="2655138" y="0"/>
                </a:lnTo>
                <a:lnTo>
                  <a:pt x="2655138" y="3067911"/>
                </a:lnTo>
                <a:lnTo>
                  <a:pt x="0" y="30679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923229" y="2373805"/>
            <a:ext cx="5481969" cy="5824137"/>
          </a:xfrm>
          <a:custGeom>
            <a:avLst/>
            <a:gdLst/>
            <a:ahLst/>
            <a:cxnLst/>
            <a:rect r="r" b="b" t="t" l="l"/>
            <a:pathLst>
              <a:path h="5824137" w="5481969">
                <a:moveTo>
                  <a:pt x="0" y="0"/>
                </a:moveTo>
                <a:lnTo>
                  <a:pt x="5481969" y="0"/>
                </a:lnTo>
                <a:lnTo>
                  <a:pt x="5481969" y="5824138"/>
                </a:lnTo>
                <a:lnTo>
                  <a:pt x="0" y="58241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640412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46463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33438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MORE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4D">
                    <a:alpha val="100000"/>
                  </a:srgbClr>
                </a:gs>
                <a:gs pos="100000">
                  <a:srgbClr val="FF54D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842346" y="2162148"/>
            <a:ext cx="7772000" cy="2000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La necesidad de un Hub de herramientas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42346" y="4302069"/>
            <a:ext cx="8891092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Muchas organizaciones (logística, esports, pymes, creativas) dependen de múltiples sistemas dispersos , para problemas simples.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42346" y="5707960"/>
            <a:ext cx="8451603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Dificultad para automatizar procesos, integrar datos y mantener comunicación eficiente.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62090" y="7113998"/>
            <a:ext cx="8451603" cy="210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17" indent="-345439" lvl="2">
              <a:lnSpc>
                <a:spcPts val="3359"/>
              </a:lnSpc>
              <a:buFont typeface="Arial"/>
              <a:buChar char="⚬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Procesos manuales y duplicados.</a:t>
            </a:r>
          </a:p>
          <a:p>
            <a:pPr algn="l" marL="1036317" indent="-345439" lvl="2">
              <a:lnSpc>
                <a:spcPts val="3359"/>
              </a:lnSpc>
              <a:buFont typeface="Arial"/>
              <a:buChar char="⚬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Baja eficiencia en la comunicación y seguimiento.</a:t>
            </a:r>
          </a:p>
          <a:p>
            <a:pPr algn="l" marL="1036317" indent="-345439" lvl="2">
              <a:lnSpc>
                <a:spcPts val="3359"/>
              </a:lnSpc>
              <a:buFont typeface="Arial"/>
              <a:buChar char="⚬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Limitada capacidad de crecimiento en entornos digitales.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640412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HUB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46463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733438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UTILS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56894" y="8250330"/>
            <a:ext cx="6987516" cy="4114800"/>
          </a:xfrm>
          <a:custGeom>
            <a:avLst/>
            <a:gdLst/>
            <a:ahLst/>
            <a:cxnLst/>
            <a:rect r="r" b="b" t="t" l="l"/>
            <a:pathLst>
              <a:path h="4114800" w="6987516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57378" y="-2078130"/>
            <a:ext cx="6987516" cy="4114800"/>
          </a:xfrm>
          <a:custGeom>
            <a:avLst/>
            <a:gdLst/>
            <a:ahLst/>
            <a:cxnLst/>
            <a:rect r="r" b="b" t="t" l="l"/>
            <a:pathLst>
              <a:path h="4114800" w="6987516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828292" y="4263752"/>
            <a:ext cx="4408803" cy="4861743"/>
            <a:chOff x="0" y="0"/>
            <a:chExt cx="1161166" cy="12804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61166" cy="1280459"/>
            </a:xfrm>
            <a:custGeom>
              <a:avLst/>
              <a:gdLst/>
              <a:ahLst/>
              <a:cxnLst/>
              <a:rect r="r" b="b" t="t" l="l"/>
              <a:pathLst>
                <a:path h="1280459" w="1161166">
                  <a:moveTo>
                    <a:pt x="87801" y="0"/>
                  </a:moveTo>
                  <a:lnTo>
                    <a:pt x="1073366" y="0"/>
                  </a:lnTo>
                  <a:cubicBezTo>
                    <a:pt x="1096652" y="0"/>
                    <a:pt x="1118984" y="9250"/>
                    <a:pt x="1135450" y="25716"/>
                  </a:cubicBezTo>
                  <a:cubicBezTo>
                    <a:pt x="1151916" y="42182"/>
                    <a:pt x="1161166" y="64515"/>
                    <a:pt x="1161166" y="87801"/>
                  </a:cubicBezTo>
                  <a:lnTo>
                    <a:pt x="1161166" y="1192658"/>
                  </a:lnTo>
                  <a:cubicBezTo>
                    <a:pt x="1161166" y="1215945"/>
                    <a:pt x="1151916" y="1238277"/>
                    <a:pt x="1135450" y="1254743"/>
                  </a:cubicBezTo>
                  <a:cubicBezTo>
                    <a:pt x="1118984" y="1271209"/>
                    <a:pt x="1096652" y="1280459"/>
                    <a:pt x="1073366" y="1280459"/>
                  </a:cubicBezTo>
                  <a:lnTo>
                    <a:pt x="87801" y="1280459"/>
                  </a:lnTo>
                  <a:cubicBezTo>
                    <a:pt x="64515" y="1280459"/>
                    <a:pt x="42182" y="1271209"/>
                    <a:pt x="25716" y="1254743"/>
                  </a:cubicBezTo>
                  <a:cubicBezTo>
                    <a:pt x="9250" y="1238277"/>
                    <a:pt x="0" y="1215945"/>
                    <a:pt x="0" y="1192658"/>
                  </a:cubicBezTo>
                  <a:lnTo>
                    <a:pt x="0" y="87801"/>
                  </a:lnTo>
                  <a:cubicBezTo>
                    <a:pt x="0" y="64515"/>
                    <a:pt x="9250" y="42182"/>
                    <a:pt x="25716" y="25716"/>
                  </a:cubicBezTo>
                  <a:cubicBezTo>
                    <a:pt x="42182" y="9250"/>
                    <a:pt x="64515" y="0"/>
                    <a:pt x="878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5400000"/>
            </a:gradFill>
            <a:ln w="2857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161166" cy="1347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607136" y="2291941"/>
            <a:ext cx="11073728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Nuestro Objetivo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17292" y="5399039"/>
            <a:ext cx="3819834" cy="3676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Crear un sistema escalable que permita a distintas organizaciones usar la misma infraestructura.</a:t>
            </a:r>
          </a:p>
          <a:p>
            <a:pPr algn="l">
              <a:lnSpc>
                <a:spcPts val="2660"/>
              </a:lnSpc>
            </a:pPr>
          </a:p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Cada cliente tendrá sus propios espacios de trabajo, con datos aislados y módulos activables según sus necesidades.</a:t>
            </a:r>
          </a:p>
          <a:p>
            <a:pPr algn="just" marL="0" indent="0" lvl="0">
              <a:lnSpc>
                <a:spcPts val="266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117292" y="4457335"/>
            <a:ext cx="3819834" cy="115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2"/>
              </a:lnSpc>
            </a:pPr>
            <a:r>
              <a:rPr lang="en-US" sz="2158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Desarrollar una plataforma modular SaaS</a:t>
            </a:r>
          </a:p>
          <a:p>
            <a:pPr algn="ctr" marL="0" indent="0" lvl="0">
              <a:lnSpc>
                <a:spcPts val="3022"/>
              </a:lnSpc>
              <a:spcBef>
                <a:spcPct val="0"/>
              </a:spcBef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6937251" y="4263752"/>
            <a:ext cx="4408803" cy="4861743"/>
            <a:chOff x="0" y="0"/>
            <a:chExt cx="1161166" cy="12804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61166" cy="1280459"/>
            </a:xfrm>
            <a:custGeom>
              <a:avLst/>
              <a:gdLst/>
              <a:ahLst/>
              <a:cxnLst/>
              <a:rect r="r" b="b" t="t" l="l"/>
              <a:pathLst>
                <a:path h="1280459" w="1161166">
                  <a:moveTo>
                    <a:pt x="87801" y="0"/>
                  </a:moveTo>
                  <a:lnTo>
                    <a:pt x="1073366" y="0"/>
                  </a:lnTo>
                  <a:cubicBezTo>
                    <a:pt x="1096652" y="0"/>
                    <a:pt x="1118984" y="9250"/>
                    <a:pt x="1135450" y="25716"/>
                  </a:cubicBezTo>
                  <a:cubicBezTo>
                    <a:pt x="1151916" y="42182"/>
                    <a:pt x="1161166" y="64515"/>
                    <a:pt x="1161166" y="87801"/>
                  </a:cubicBezTo>
                  <a:lnTo>
                    <a:pt x="1161166" y="1192658"/>
                  </a:lnTo>
                  <a:cubicBezTo>
                    <a:pt x="1161166" y="1215945"/>
                    <a:pt x="1151916" y="1238277"/>
                    <a:pt x="1135450" y="1254743"/>
                  </a:cubicBezTo>
                  <a:cubicBezTo>
                    <a:pt x="1118984" y="1271209"/>
                    <a:pt x="1096652" y="1280459"/>
                    <a:pt x="1073366" y="1280459"/>
                  </a:cubicBezTo>
                  <a:lnTo>
                    <a:pt x="87801" y="1280459"/>
                  </a:lnTo>
                  <a:cubicBezTo>
                    <a:pt x="64515" y="1280459"/>
                    <a:pt x="42182" y="1271209"/>
                    <a:pt x="25716" y="1254743"/>
                  </a:cubicBezTo>
                  <a:cubicBezTo>
                    <a:pt x="9250" y="1238277"/>
                    <a:pt x="0" y="1215945"/>
                    <a:pt x="0" y="1192658"/>
                  </a:cubicBezTo>
                  <a:lnTo>
                    <a:pt x="0" y="87801"/>
                  </a:lnTo>
                  <a:cubicBezTo>
                    <a:pt x="0" y="64515"/>
                    <a:pt x="9250" y="42182"/>
                    <a:pt x="25716" y="25716"/>
                  </a:cubicBezTo>
                  <a:cubicBezTo>
                    <a:pt x="42182" y="9250"/>
                    <a:pt x="64515" y="0"/>
                    <a:pt x="878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5400000"/>
            </a:gradFill>
            <a:ln w="2857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161166" cy="1347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234083" y="4457335"/>
            <a:ext cx="3819834" cy="773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22"/>
              </a:lnSpc>
              <a:spcBef>
                <a:spcPct val="0"/>
              </a:spcBef>
            </a:pPr>
            <a:r>
              <a:rPr lang="en-US" b="true" sz="2158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Integrar notificaciones,  inteligencia artificial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31736" y="5399039"/>
            <a:ext cx="3819834" cy="267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Unificar en un solo entorno herramientas de comunicación, automatización y análisis.</a:t>
            </a:r>
          </a:p>
          <a:p>
            <a:pPr algn="l">
              <a:lnSpc>
                <a:spcPts val="2660"/>
              </a:lnSpc>
            </a:pPr>
          </a:p>
          <a:p>
            <a:pPr algn="l" marL="0" indent="0" lvl="0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Incorporar OCR para digitalizar documentos y IA para optimizar flujos de trabajo.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050905" y="4263752"/>
            <a:ext cx="4408803" cy="4861743"/>
            <a:chOff x="0" y="0"/>
            <a:chExt cx="1161166" cy="128045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61166" cy="1280459"/>
            </a:xfrm>
            <a:custGeom>
              <a:avLst/>
              <a:gdLst/>
              <a:ahLst/>
              <a:cxnLst/>
              <a:rect r="r" b="b" t="t" l="l"/>
              <a:pathLst>
                <a:path h="1280459" w="1161166">
                  <a:moveTo>
                    <a:pt x="87801" y="0"/>
                  </a:moveTo>
                  <a:lnTo>
                    <a:pt x="1073366" y="0"/>
                  </a:lnTo>
                  <a:cubicBezTo>
                    <a:pt x="1096652" y="0"/>
                    <a:pt x="1118984" y="9250"/>
                    <a:pt x="1135450" y="25716"/>
                  </a:cubicBezTo>
                  <a:cubicBezTo>
                    <a:pt x="1151916" y="42182"/>
                    <a:pt x="1161166" y="64515"/>
                    <a:pt x="1161166" y="87801"/>
                  </a:cubicBezTo>
                  <a:lnTo>
                    <a:pt x="1161166" y="1192658"/>
                  </a:lnTo>
                  <a:cubicBezTo>
                    <a:pt x="1161166" y="1215945"/>
                    <a:pt x="1151916" y="1238277"/>
                    <a:pt x="1135450" y="1254743"/>
                  </a:cubicBezTo>
                  <a:cubicBezTo>
                    <a:pt x="1118984" y="1271209"/>
                    <a:pt x="1096652" y="1280459"/>
                    <a:pt x="1073366" y="1280459"/>
                  </a:cubicBezTo>
                  <a:lnTo>
                    <a:pt x="87801" y="1280459"/>
                  </a:lnTo>
                  <a:cubicBezTo>
                    <a:pt x="64515" y="1280459"/>
                    <a:pt x="42182" y="1271209"/>
                    <a:pt x="25716" y="1254743"/>
                  </a:cubicBezTo>
                  <a:cubicBezTo>
                    <a:pt x="9250" y="1238277"/>
                    <a:pt x="0" y="1215945"/>
                    <a:pt x="0" y="1192658"/>
                  </a:cubicBezTo>
                  <a:lnTo>
                    <a:pt x="0" y="87801"/>
                  </a:lnTo>
                  <a:cubicBezTo>
                    <a:pt x="0" y="64515"/>
                    <a:pt x="9250" y="42182"/>
                    <a:pt x="25716" y="25716"/>
                  </a:cubicBezTo>
                  <a:cubicBezTo>
                    <a:pt x="42182" y="9250"/>
                    <a:pt x="64515" y="0"/>
                    <a:pt x="878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5400000"/>
            </a:gradFill>
            <a:ln w="2857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161166" cy="1347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251097" y="4457335"/>
            <a:ext cx="3819834" cy="773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22"/>
              </a:lnSpc>
              <a:spcBef>
                <a:spcPct val="0"/>
              </a:spcBef>
            </a:pPr>
            <a:r>
              <a:rPr lang="en-US" b="true" sz="2158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Reducir fricción entre idea y ejecución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46611" y="5399039"/>
            <a:ext cx="3819834" cy="300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Disminuir tiempos de implementación con módulos listos para activar.</a:t>
            </a:r>
          </a:p>
          <a:p>
            <a:pPr algn="l">
              <a:lnSpc>
                <a:spcPts val="2660"/>
              </a:lnSpc>
            </a:pPr>
          </a:p>
          <a:p>
            <a:pPr algn="l" marL="0" indent="0" lvl="0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Facilitar que empresas de distintos rubros puedan transformar procesos rápidamente, sin depender de sistemas fragmentados.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8640412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546463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733438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MORE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680864" y="8890000"/>
            <a:ext cx="2578436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SIGUIENTE&gt;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4D">
                    <a:alpha val="100000"/>
                  </a:srgbClr>
                </a:gs>
                <a:gs pos="100000">
                  <a:srgbClr val="FF54D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8525634" y="811213"/>
            <a:ext cx="1523679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546463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733438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UTILS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56894" y="8250330"/>
            <a:ext cx="6987516" cy="4114800"/>
          </a:xfrm>
          <a:custGeom>
            <a:avLst/>
            <a:gdLst/>
            <a:ahLst/>
            <a:cxnLst/>
            <a:rect r="r" b="b" t="t" l="l"/>
            <a:pathLst>
              <a:path h="4114800" w="6987516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57378" y="-2078130"/>
            <a:ext cx="6987516" cy="4114800"/>
          </a:xfrm>
          <a:custGeom>
            <a:avLst/>
            <a:gdLst/>
            <a:ahLst/>
            <a:cxnLst/>
            <a:rect r="r" b="b" t="t" l="l"/>
            <a:pathLst>
              <a:path h="4114800" w="6987516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640412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46463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33438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MORE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4D">
                    <a:alpha val="100000"/>
                  </a:srgbClr>
                </a:gs>
                <a:gs pos="100000">
                  <a:srgbClr val="FF54D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4680864" y="8890000"/>
            <a:ext cx="2578436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SIGUIENTE&gt;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0" y="3477618"/>
            <a:ext cx="18288000" cy="6809382"/>
          </a:xfrm>
          <a:custGeom>
            <a:avLst/>
            <a:gdLst/>
            <a:ahLst/>
            <a:cxnLst/>
            <a:rect r="r" b="b" t="t" l="l"/>
            <a:pathLst>
              <a:path h="6809382" w="18288000">
                <a:moveTo>
                  <a:pt x="0" y="0"/>
                </a:moveTo>
                <a:lnTo>
                  <a:pt x="18288000" y="0"/>
                </a:lnTo>
                <a:lnTo>
                  <a:pt x="18288000" y="6809382"/>
                </a:lnTo>
                <a:lnTo>
                  <a:pt x="0" y="68093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80" t="0" r="-118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954470" y="811213"/>
            <a:ext cx="237906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CRONOGRAMA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512131" y="1969921"/>
            <a:ext cx="7263739" cy="767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b="true" sz="42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AVANCES CARTA GANTT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46463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733438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UTILS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56894" y="8250330"/>
            <a:ext cx="6987516" cy="4114800"/>
          </a:xfrm>
          <a:custGeom>
            <a:avLst/>
            <a:gdLst/>
            <a:ahLst/>
            <a:cxnLst/>
            <a:rect r="r" b="b" t="t" l="l"/>
            <a:pathLst>
              <a:path h="4114800" w="6987516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57378" y="-2078130"/>
            <a:ext cx="6987516" cy="4114800"/>
          </a:xfrm>
          <a:custGeom>
            <a:avLst/>
            <a:gdLst/>
            <a:ahLst/>
            <a:cxnLst/>
            <a:rect r="r" b="b" t="t" l="l"/>
            <a:pathLst>
              <a:path h="4114800" w="6987516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3253177"/>
            <a:ext cx="7514915" cy="3713970"/>
            <a:chOff x="0" y="0"/>
            <a:chExt cx="1979237" cy="9781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79237" cy="978165"/>
            </a:xfrm>
            <a:custGeom>
              <a:avLst/>
              <a:gdLst/>
              <a:ahLst/>
              <a:cxnLst/>
              <a:rect r="r" b="b" t="t" l="l"/>
              <a:pathLst>
                <a:path h="978165" w="1979237">
                  <a:moveTo>
                    <a:pt x="51510" y="0"/>
                  </a:moveTo>
                  <a:lnTo>
                    <a:pt x="1927727" y="0"/>
                  </a:lnTo>
                  <a:cubicBezTo>
                    <a:pt x="1941388" y="0"/>
                    <a:pt x="1954490" y="5427"/>
                    <a:pt x="1964150" y="15087"/>
                  </a:cubicBezTo>
                  <a:cubicBezTo>
                    <a:pt x="1973810" y="24747"/>
                    <a:pt x="1979237" y="37849"/>
                    <a:pt x="1979237" y="51510"/>
                  </a:cubicBezTo>
                  <a:lnTo>
                    <a:pt x="1979237" y="926655"/>
                  </a:lnTo>
                  <a:cubicBezTo>
                    <a:pt x="1979237" y="940316"/>
                    <a:pt x="1973810" y="953418"/>
                    <a:pt x="1964150" y="963078"/>
                  </a:cubicBezTo>
                  <a:cubicBezTo>
                    <a:pt x="1954490" y="972738"/>
                    <a:pt x="1941388" y="978165"/>
                    <a:pt x="1927727" y="978165"/>
                  </a:cubicBezTo>
                  <a:lnTo>
                    <a:pt x="51510" y="978165"/>
                  </a:lnTo>
                  <a:cubicBezTo>
                    <a:pt x="37849" y="978165"/>
                    <a:pt x="24747" y="972738"/>
                    <a:pt x="15087" y="963078"/>
                  </a:cubicBezTo>
                  <a:cubicBezTo>
                    <a:pt x="5427" y="953418"/>
                    <a:pt x="0" y="940316"/>
                    <a:pt x="0" y="926655"/>
                  </a:cubicBezTo>
                  <a:lnTo>
                    <a:pt x="0" y="51510"/>
                  </a:lnTo>
                  <a:cubicBezTo>
                    <a:pt x="0" y="37849"/>
                    <a:pt x="5427" y="24747"/>
                    <a:pt x="15087" y="15087"/>
                  </a:cubicBezTo>
                  <a:cubicBezTo>
                    <a:pt x="24747" y="5427"/>
                    <a:pt x="37849" y="0"/>
                    <a:pt x="5151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979237" cy="1044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9744385" y="3253177"/>
            <a:ext cx="7514915" cy="3713970"/>
            <a:chOff x="0" y="0"/>
            <a:chExt cx="1979237" cy="9781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79237" cy="978165"/>
            </a:xfrm>
            <a:custGeom>
              <a:avLst/>
              <a:gdLst/>
              <a:ahLst/>
              <a:cxnLst/>
              <a:rect r="r" b="b" t="t" l="l"/>
              <a:pathLst>
                <a:path h="978165" w="1979237">
                  <a:moveTo>
                    <a:pt x="51510" y="0"/>
                  </a:moveTo>
                  <a:lnTo>
                    <a:pt x="1927727" y="0"/>
                  </a:lnTo>
                  <a:cubicBezTo>
                    <a:pt x="1941388" y="0"/>
                    <a:pt x="1954490" y="5427"/>
                    <a:pt x="1964150" y="15087"/>
                  </a:cubicBezTo>
                  <a:cubicBezTo>
                    <a:pt x="1973810" y="24747"/>
                    <a:pt x="1979237" y="37849"/>
                    <a:pt x="1979237" y="51510"/>
                  </a:cubicBezTo>
                  <a:lnTo>
                    <a:pt x="1979237" y="926655"/>
                  </a:lnTo>
                  <a:cubicBezTo>
                    <a:pt x="1979237" y="940316"/>
                    <a:pt x="1973810" y="953418"/>
                    <a:pt x="1964150" y="963078"/>
                  </a:cubicBezTo>
                  <a:cubicBezTo>
                    <a:pt x="1954490" y="972738"/>
                    <a:pt x="1941388" y="978165"/>
                    <a:pt x="1927727" y="978165"/>
                  </a:cubicBezTo>
                  <a:lnTo>
                    <a:pt x="51510" y="978165"/>
                  </a:lnTo>
                  <a:cubicBezTo>
                    <a:pt x="37849" y="978165"/>
                    <a:pt x="24747" y="972738"/>
                    <a:pt x="15087" y="963078"/>
                  </a:cubicBezTo>
                  <a:cubicBezTo>
                    <a:pt x="5427" y="953418"/>
                    <a:pt x="0" y="940316"/>
                    <a:pt x="0" y="926655"/>
                  </a:cubicBezTo>
                  <a:lnTo>
                    <a:pt x="0" y="51510"/>
                  </a:lnTo>
                  <a:cubicBezTo>
                    <a:pt x="0" y="37849"/>
                    <a:pt x="5427" y="24747"/>
                    <a:pt x="15087" y="15087"/>
                  </a:cubicBezTo>
                  <a:cubicBezTo>
                    <a:pt x="24747" y="5427"/>
                    <a:pt x="37849" y="0"/>
                    <a:pt x="5151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979237" cy="1044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640412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46463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33438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MORE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4D">
                    <a:alpha val="100000"/>
                  </a:srgbClr>
                </a:gs>
                <a:gs pos="100000">
                  <a:srgbClr val="FF54D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522392" y="4966689"/>
            <a:ext cx="934076" cy="921232"/>
          </a:xfrm>
          <a:custGeom>
            <a:avLst/>
            <a:gdLst/>
            <a:ahLst/>
            <a:cxnLst/>
            <a:rect r="r" b="b" t="t" l="l"/>
            <a:pathLst>
              <a:path h="921232" w="934076">
                <a:moveTo>
                  <a:pt x="0" y="0"/>
                </a:moveTo>
                <a:lnTo>
                  <a:pt x="934076" y="0"/>
                </a:lnTo>
                <a:lnTo>
                  <a:pt x="934076" y="921232"/>
                </a:lnTo>
                <a:lnTo>
                  <a:pt x="0" y="9212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966908" y="4966689"/>
            <a:ext cx="1032291" cy="919384"/>
          </a:xfrm>
          <a:custGeom>
            <a:avLst/>
            <a:gdLst/>
            <a:ahLst/>
            <a:cxnLst/>
            <a:rect r="r" b="b" t="t" l="l"/>
            <a:pathLst>
              <a:path h="919384" w="1032291">
                <a:moveTo>
                  <a:pt x="0" y="0"/>
                </a:moveTo>
                <a:lnTo>
                  <a:pt x="1032291" y="0"/>
                </a:lnTo>
                <a:lnTo>
                  <a:pt x="1032291" y="919384"/>
                </a:lnTo>
                <a:lnTo>
                  <a:pt x="0" y="9193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4513549" y="4951941"/>
            <a:ext cx="950729" cy="950729"/>
          </a:xfrm>
          <a:custGeom>
            <a:avLst/>
            <a:gdLst/>
            <a:ahLst/>
            <a:cxnLst/>
            <a:rect r="r" b="b" t="t" l="l"/>
            <a:pathLst>
              <a:path h="950729" w="950729">
                <a:moveTo>
                  <a:pt x="0" y="0"/>
                </a:moveTo>
                <a:lnTo>
                  <a:pt x="950729" y="0"/>
                </a:lnTo>
                <a:lnTo>
                  <a:pt x="950729" y="950729"/>
                </a:lnTo>
                <a:lnTo>
                  <a:pt x="0" y="9507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5978628" y="4923718"/>
            <a:ext cx="1007175" cy="1007175"/>
          </a:xfrm>
          <a:custGeom>
            <a:avLst/>
            <a:gdLst/>
            <a:ahLst/>
            <a:cxnLst/>
            <a:rect r="r" b="b" t="t" l="l"/>
            <a:pathLst>
              <a:path h="1007175" w="1007175">
                <a:moveTo>
                  <a:pt x="0" y="0"/>
                </a:moveTo>
                <a:lnTo>
                  <a:pt x="1007175" y="0"/>
                </a:lnTo>
                <a:lnTo>
                  <a:pt x="1007175" y="1007175"/>
                </a:lnTo>
                <a:lnTo>
                  <a:pt x="0" y="10071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942630" y="4966689"/>
            <a:ext cx="983937" cy="950729"/>
          </a:xfrm>
          <a:custGeom>
            <a:avLst/>
            <a:gdLst/>
            <a:ahLst/>
            <a:cxnLst/>
            <a:rect r="r" b="b" t="t" l="l"/>
            <a:pathLst>
              <a:path h="950729" w="983937">
                <a:moveTo>
                  <a:pt x="0" y="0"/>
                </a:moveTo>
                <a:lnTo>
                  <a:pt x="983937" y="0"/>
                </a:lnTo>
                <a:lnTo>
                  <a:pt x="983937" y="950729"/>
                </a:lnTo>
                <a:lnTo>
                  <a:pt x="0" y="9507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3440917" y="4923718"/>
            <a:ext cx="1007175" cy="1007175"/>
          </a:xfrm>
          <a:custGeom>
            <a:avLst/>
            <a:gdLst/>
            <a:ahLst/>
            <a:cxnLst/>
            <a:rect r="r" b="b" t="t" l="l"/>
            <a:pathLst>
              <a:path h="1007175" w="1007175">
                <a:moveTo>
                  <a:pt x="0" y="0"/>
                </a:moveTo>
                <a:lnTo>
                  <a:pt x="1007175" y="0"/>
                </a:lnTo>
                <a:lnTo>
                  <a:pt x="1007175" y="1007175"/>
                </a:lnTo>
                <a:lnTo>
                  <a:pt x="0" y="10071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0386883" y="4906607"/>
            <a:ext cx="1041396" cy="1041396"/>
          </a:xfrm>
          <a:custGeom>
            <a:avLst/>
            <a:gdLst/>
            <a:ahLst/>
            <a:cxnLst/>
            <a:rect r="r" b="b" t="t" l="l"/>
            <a:pathLst>
              <a:path h="1041396" w="1041396">
                <a:moveTo>
                  <a:pt x="0" y="0"/>
                </a:moveTo>
                <a:lnTo>
                  <a:pt x="1041397" y="0"/>
                </a:lnTo>
                <a:lnTo>
                  <a:pt x="1041397" y="1041397"/>
                </a:lnTo>
                <a:lnTo>
                  <a:pt x="0" y="104139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4962442" y="4966689"/>
            <a:ext cx="967613" cy="997851"/>
          </a:xfrm>
          <a:custGeom>
            <a:avLst/>
            <a:gdLst/>
            <a:ahLst/>
            <a:cxnLst/>
            <a:rect r="r" b="b" t="t" l="l"/>
            <a:pathLst>
              <a:path h="997851" w="967613">
                <a:moveTo>
                  <a:pt x="0" y="0"/>
                </a:moveTo>
                <a:lnTo>
                  <a:pt x="967612" y="0"/>
                </a:lnTo>
                <a:lnTo>
                  <a:pt x="967612" y="997851"/>
                </a:lnTo>
                <a:lnTo>
                  <a:pt x="0" y="99785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5477505" y="8429308"/>
            <a:ext cx="2009422" cy="678180"/>
          </a:xfrm>
          <a:custGeom>
            <a:avLst/>
            <a:gdLst/>
            <a:ahLst/>
            <a:cxnLst/>
            <a:rect r="r" b="b" t="t" l="l"/>
            <a:pathLst>
              <a:path h="678180" w="2009422">
                <a:moveTo>
                  <a:pt x="0" y="0"/>
                </a:moveTo>
                <a:lnTo>
                  <a:pt x="2009422" y="0"/>
                </a:lnTo>
                <a:lnTo>
                  <a:pt x="2009422" y="678180"/>
                </a:lnTo>
                <a:lnTo>
                  <a:pt x="0" y="6781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7915981" y="8439350"/>
            <a:ext cx="2991600" cy="818950"/>
          </a:xfrm>
          <a:custGeom>
            <a:avLst/>
            <a:gdLst/>
            <a:ahLst/>
            <a:cxnLst/>
            <a:rect r="r" b="b" t="t" l="l"/>
            <a:pathLst>
              <a:path h="818950" w="2991600">
                <a:moveTo>
                  <a:pt x="0" y="0"/>
                </a:moveTo>
                <a:lnTo>
                  <a:pt x="2991600" y="0"/>
                </a:lnTo>
                <a:lnTo>
                  <a:pt x="2991600" y="818950"/>
                </a:lnTo>
                <a:lnTo>
                  <a:pt x="0" y="8189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1336206" y="8345237"/>
            <a:ext cx="1007175" cy="1007175"/>
          </a:xfrm>
          <a:custGeom>
            <a:avLst/>
            <a:gdLst/>
            <a:ahLst/>
            <a:cxnLst/>
            <a:rect r="r" b="b" t="t" l="l"/>
            <a:pathLst>
              <a:path h="1007175" w="1007175">
                <a:moveTo>
                  <a:pt x="0" y="0"/>
                </a:moveTo>
                <a:lnTo>
                  <a:pt x="1007176" y="0"/>
                </a:lnTo>
                <a:lnTo>
                  <a:pt x="1007176" y="1007175"/>
                </a:lnTo>
                <a:lnTo>
                  <a:pt x="0" y="10071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2966908" y="1640277"/>
            <a:ext cx="12354184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Tecnologías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22392" y="3799474"/>
            <a:ext cx="185425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Front End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789727" y="7548173"/>
            <a:ext cx="4708546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Infraestructura / Dev Ops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386883" y="3799474"/>
            <a:ext cx="1555746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Back End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922360" y="8890000"/>
            <a:ext cx="233694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SIGUIENTE &gt;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543615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STACK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546463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733438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UTILS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4922360" y="2037057"/>
            <a:ext cx="3908141" cy="854170"/>
            <a:chOff x="0" y="0"/>
            <a:chExt cx="1029305" cy="22496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29305" cy="224967"/>
            </a:xfrm>
            <a:custGeom>
              <a:avLst/>
              <a:gdLst/>
              <a:ahLst/>
              <a:cxnLst/>
              <a:rect r="r" b="b" t="t" l="l"/>
              <a:pathLst>
                <a:path h="224967" w="1029305">
                  <a:moveTo>
                    <a:pt x="55467" y="0"/>
                  </a:moveTo>
                  <a:lnTo>
                    <a:pt x="973837" y="0"/>
                  </a:lnTo>
                  <a:cubicBezTo>
                    <a:pt x="988548" y="0"/>
                    <a:pt x="1002657" y="5844"/>
                    <a:pt x="1013059" y="16246"/>
                  </a:cubicBezTo>
                  <a:cubicBezTo>
                    <a:pt x="1023461" y="26648"/>
                    <a:pt x="1029305" y="40756"/>
                    <a:pt x="1029305" y="55467"/>
                  </a:cubicBezTo>
                  <a:lnTo>
                    <a:pt x="1029305" y="169499"/>
                  </a:lnTo>
                  <a:cubicBezTo>
                    <a:pt x="1029305" y="184210"/>
                    <a:pt x="1023461" y="198318"/>
                    <a:pt x="1013059" y="208721"/>
                  </a:cubicBezTo>
                  <a:cubicBezTo>
                    <a:pt x="1002657" y="219123"/>
                    <a:pt x="988548" y="224967"/>
                    <a:pt x="973837" y="224967"/>
                  </a:cubicBezTo>
                  <a:lnTo>
                    <a:pt x="55467" y="224967"/>
                  </a:lnTo>
                  <a:cubicBezTo>
                    <a:pt x="40756" y="224967"/>
                    <a:pt x="26648" y="219123"/>
                    <a:pt x="16246" y="208721"/>
                  </a:cubicBezTo>
                  <a:cubicBezTo>
                    <a:pt x="5844" y="198318"/>
                    <a:pt x="0" y="184210"/>
                    <a:pt x="0" y="169499"/>
                  </a:cubicBezTo>
                  <a:lnTo>
                    <a:pt x="0" y="55467"/>
                  </a:lnTo>
                  <a:cubicBezTo>
                    <a:pt x="0" y="40756"/>
                    <a:pt x="5844" y="26648"/>
                    <a:pt x="16246" y="16246"/>
                  </a:cubicBezTo>
                  <a:cubicBezTo>
                    <a:pt x="26648" y="5844"/>
                    <a:pt x="40756" y="0"/>
                    <a:pt x="554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0"/>
            </a:gradFill>
            <a:ln w="4762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66675"/>
              <a:ext cx="1029305" cy="2916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5320546" y="2194172"/>
            <a:ext cx="3509955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Nuestro Stack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56894" y="8250330"/>
            <a:ext cx="6987516" cy="4114800"/>
          </a:xfrm>
          <a:custGeom>
            <a:avLst/>
            <a:gdLst/>
            <a:ahLst/>
            <a:cxnLst/>
            <a:rect r="r" b="b" t="t" l="l"/>
            <a:pathLst>
              <a:path h="4114800" w="6987516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57378" y="-2078130"/>
            <a:ext cx="6987516" cy="4114800"/>
          </a:xfrm>
          <a:custGeom>
            <a:avLst/>
            <a:gdLst/>
            <a:ahLst/>
            <a:cxnLst/>
            <a:rect r="r" b="b" t="t" l="l"/>
            <a:pathLst>
              <a:path h="4114800" w="6987516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640412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46463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33438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MORE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4D">
                    <a:alpha val="100000"/>
                  </a:srgbClr>
                </a:gs>
                <a:gs pos="100000">
                  <a:srgbClr val="FF54D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0" y="2036670"/>
            <a:ext cx="18288000" cy="7566660"/>
          </a:xfrm>
          <a:custGeom>
            <a:avLst/>
            <a:gdLst/>
            <a:ahLst/>
            <a:cxnLst/>
            <a:rect r="r" b="b" t="t" l="l"/>
            <a:pathLst>
              <a:path h="7566660" w="18288000">
                <a:moveTo>
                  <a:pt x="0" y="0"/>
                </a:moveTo>
                <a:lnTo>
                  <a:pt x="18288000" y="0"/>
                </a:lnTo>
                <a:lnTo>
                  <a:pt x="18288000" y="7566660"/>
                </a:lnTo>
                <a:lnTo>
                  <a:pt x="0" y="75666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889804" y="811213"/>
            <a:ext cx="2843633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DIAGRAMA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46463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33438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UTILS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56894" y="8250330"/>
            <a:ext cx="6987516" cy="4114800"/>
          </a:xfrm>
          <a:custGeom>
            <a:avLst/>
            <a:gdLst/>
            <a:ahLst/>
            <a:cxnLst/>
            <a:rect r="r" b="b" t="t" l="l"/>
            <a:pathLst>
              <a:path h="4114800" w="6987516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57378" y="-2078130"/>
            <a:ext cx="6987516" cy="4114800"/>
          </a:xfrm>
          <a:custGeom>
            <a:avLst/>
            <a:gdLst/>
            <a:ahLst/>
            <a:cxnLst/>
            <a:rect r="r" b="b" t="t" l="l"/>
            <a:pathLst>
              <a:path h="4114800" w="6987516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640412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46463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33438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MORE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4D">
                    <a:alpha val="100000"/>
                  </a:srgbClr>
                </a:gs>
                <a:gs pos="100000">
                  <a:srgbClr val="FF54D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-142334" y="1609585"/>
            <a:ext cx="2100378" cy="854170"/>
            <a:chOff x="0" y="0"/>
            <a:chExt cx="553186" cy="2249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53186" cy="224967"/>
            </a:xfrm>
            <a:custGeom>
              <a:avLst/>
              <a:gdLst/>
              <a:ahLst/>
              <a:cxnLst/>
              <a:rect r="r" b="b" t="t" l="l"/>
              <a:pathLst>
                <a:path h="224967" w="553186">
                  <a:moveTo>
                    <a:pt x="103207" y="0"/>
                  </a:moveTo>
                  <a:lnTo>
                    <a:pt x="449979" y="0"/>
                  </a:lnTo>
                  <a:cubicBezTo>
                    <a:pt x="477351" y="0"/>
                    <a:pt x="503602" y="10874"/>
                    <a:pt x="522957" y="30229"/>
                  </a:cubicBezTo>
                  <a:cubicBezTo>
                    <a:pt x="542312" y="49584"/>
                    <a:pt x="553186" y="75835"/>
                    <a:pt x="553186" y="103207"/>
                  </a:cubicBezTo>
                  <a:lnTo>
                    <a:pt x="553186" y="121760"/>
                  </a:lnTo>
                  <a:cubicBezTo>
                    <a:pt x="553186" y="178759"/>
                    <a:pt x="506979" y="224967"/>
                    <a:pt x="449979" y="224967"/>
                  </a:cubicBezTo>
                  <a:lnTo>
                    <a:pt x="103207" y="224967"/>
                  </a:lnTo>
                  <a:cubicBezTo>
                    <a:pt x="75835" y="224967"/>
                    <a:pt x="49584" y="214093"/>
                    <a:pt x="30229" y="194738"/>
                  </a:cubicBezTo>
                  <a:cubicBezTo>
                    <a:pt x="10874" y="175383"/>
                    <a:pt x="0" y="149132"/>
                    <a:pt x="0" y="121760"/>
                  </a:cubicBezTo>
                  <a:lnTo>
                    <a:pt x="0" y="103207"/>
                  </a:lnTo>
                  <a:cubicBezTo>
                    <a:pt x="0" y="75835"/>
                    <a:pt x="10874" y="49584"/>
                    <a:pt x="30229" y="30229"/>
                  </a:cubicBezTo>
                  <a:cubicBezTo>
                    <a:pt x="49584" y="10874"/>
                    <a:pt x="75835" y="0"/>
                    <a:pt x="10320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0"/>
            </a:gradFill>
            <a:ln w="4762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553186" cy="2916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3665438" y="1609585"/>
            <a:ext cx="10957124" cy="8258933"/>
          </a:xfrm>
          <a:custGeom>
            <a:avLst/>
            <a:gdLst/>
            <a:ahLst/>
            <a:cxnLst/>
            <a:rect r="r" b="b" t="t" l="l"/>
            <a:pathLst>
              <a:path h="8258933" w="10957124">
                <a:moveTo>
                  <a:pt x="0" y="0"/>
                </a:moveTo>
                <a:lnTo>
                  <a:pt x="10957124" y="0"/>
                </a:lnTo>
                <a:lnTo>
                  <a:pt x="10957124" y="8258933"/>
                </a:lnTo>
                <a:lnTo>
                  <a:pt x="0" y="82589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174124" y="811213"/>
            <a:ext cx="1939751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MODELO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46463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733438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UTILS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81886" y="1782670"/>
            <a:ext cx="3509955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CORE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56894" y="8250330"/>
            <a:ext cx="6987516" cy="4114800"/>
          </a:xfrm>
          <a:custGeom>
            <a:avLst/>
            <a:gdLst/>
            <a:ahLst/>
            <a:cxnLst/>
            <a:rect r="r" b="b" t="t" l="l"/>
            <a:pathLst>
              <a:path h="4114800" w="6987516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57378" y="-2078130"/>
            <a:ext cx="6987516" cy="4114800"/>
          </a:xfrm>
          <a:custGeom>
            <a:avLst/>
            <a:gdLst/>
            <a:ahLst/>
            <a:cxnLst/>
            <a:rect r="r" b="b" t="t" l="l"/>
            <a:pathLst>
              <a:path h="4114800" w="6987516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640412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46463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33438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MORE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4D">
                    <a:alpha val="100000"/>
                  </a:srgbClr>
                </a:gs>
                <a:gs pos="100000">
                  <a:srgbClr val="FF54D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-142334" y="1609585"/>
            <a:ext cx="3908141" cy="854170"/>
            <a:chOff x="0" y="0"/>
            <a:chExt cx="1029305" cy="2249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9305" cy="224967"/>
            </a:xfrm>
            <a:custGeom>
              <a:avLst/>
              <a:gdLst/>
              <a:ahLst/>
              <a:cxnLst/>
              <a:rect r="r" b="b" t="t" l="l"/>
              <a:pathLst>
                <a:path h="224967" w="1029305">
                  <a:moveTo>
                    <a:pt x="55467" y="0"/>
                  </a:moveTo>
                  <a:lnTo>
                    <a:pt x="973837" y="0"/>
                  </a:lnTo>
                  <a:cubicBezTo>
                    <a:pt x="988548" y="0"/>
                    <a:pt x="1002657" y="5844"/>
                    <a:pt x="1013059" y="16246"/>
                  </a:cubicBezTo>
                  <a:cubicBezTo>
                    <a:pt x="1023461" y="26648"/>
                    <a:pt x="1029305" y="40756"/>
                    <a:pt x="1029305" y="55467"/>
                  </a:cubicBezTo>
                  <a:lnTo>
                    <a:pt x="1029305" y="169499"/>
                  </a:lnTo>
                  <a:cubicBezTo>
                    <a:pt x="1029305" y="184210"/>
                    <a:pt x="1023461" y="198318"/>
                    <a:pt x="1013059" y="208721"/>
                  </a:cubicBezTo>
                  <a:cubicBezTo>
                    <a:pt x="1002657" y="219123"/>
                    <a:pt x="988548" y="224967"/>
                    <a:pt x="973837" y="224967"/>
                  </a:cubicBezTo>
                  <a:lnTo>
                    <a:pt x="55467" y="224967"/>
                  </a:lnTo>
                  <a:cubicBezTo>
                    <a:pt x="40756" y="224967"/>
                    <a:pt x="26648" y="219123"/>
                    <a:pt x="16246" y="208721"/>
                  </a:cubicBezTo>
                  <a:cubicBezTo>
                    <a:pt x="5844" y="198318"/>
                    <a:pt x="0" y="184210"/>
                    <a:pt x="0" y="169499"/>
                  </a:cubicBezTo>
                  <a:lnTo>
                    <a:pt x="0" y="55467"/>
                  </a:lnTo>
                  <a:cubicBezTo>
                    <a:pt x="0" y="40756"/>
                    <a:pt x="5844" y="26648"/>
                    <a:pt x="16246" y="16246"/>
                  </a:cubicBezTo>
                  <a:cubicBezTo>
                    <a:pt x="26648" y="5844"/>
                    <a:pt x="40756" y="0"/>
                    <a:pt x="554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0"/>
            </a:gradFill>
            <a:ln w="4762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029305" cy="2916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353052" y="3130505"/>
            <a:ext cx="10211778" cy="5680302"/>
          </a:xfrm>
          <a:custGeom>
            <a:avLst/>
            <a:gdLst/>
            <a:ahLst/>
            <a:cxnLst/>
            <a:rect r="r" b="b" t="t" l="l"/>
            <a:pathLst>
              <a:path h="5680302" w="10211778">
                <a:moveTo>
                  <a:pt x="0" y="0"/>
                </a:moveTo>
                <a:lnTo>
                  <a:pt x="10211778" y="0"/>
                </a:lnTo>
                <a:lnTo>
                  <a:pt x="10211778" y="5680302"/>
                </a:lnTo>
                <a:lnTo>
                  <a:pt x="0" y="56803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866614" y="4905571"/>
            <a:ext cx="7105746" cy="5240487"/>
          </a:xfrm>
          <a:custGeom>
            <a:avLst/>
            <a:gdLst/>
            <a:ahLst/>
            <a:cxnLst/>
            <a:rect r="r" b="b" t="t" l="l"/>
            <a:pathLst>
              <a:path h="5240487" w="7105746">
                <a:moveTo>
                  <a:pt x="0" y="0"/>
                </a:moveTo>
                <a:lnTo>
                  <a:pt x="7105746" y="0"/>
                </a:lnTo>
                <a:lnTo>
                  <a:pt x="7105746" y="5240488"/>
                </a:lnTo>
                <a:lnTo>
                  <a:pt x="0" y="52404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825930" y="479365"/>
            <a:ext cx="2955602" cy="4140948"/>
          </a:xfrm>
          <a:custGeom>
            <a:avLst/>
            <a:gdLst/>
            <a:ahLst/>
            <a:cxnLst/>
            <a:rect r="r" b="b" t="t" l="l"/>
            <a:pathLst>
              <a:path h="4140948" w="2955602">
                <a:moveTo>
                  <a:pt x="0" y="0"/>
                </a:moveTo>
                <a:lnTo>
                  <a:pt x="2955602" y="0"/>
                </a:lnTo>
                <a:lnTo>
                  <a:pt x="2955602" y="4140948"/>
                </a:lnTo>
                <a:lnTo>
                  <a:pt x="0" y="41409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174124" y="811213"/>
            <a:ext cx="1939751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MODULOS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46463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733438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UTILS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81886" y="1782670"/>
            <a:ext cx="3509955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COTIZACIONES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56894" y="8250330"/>
            <a:ext cx="6987516" cy="4114800"/>
          </a:xfrm>
          <a:custGeom>
            <a:avLst/>
            <a:gdLst/>
            <a:ahLst/>
            <a:cxnLst/>
            <a:rect r="r" b="b" t="t" l="l"/>
            <a:pathLst>
              <a:path h="4114800" w="6987516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57378" y="-2078130"/>
            <a:ext cx="6987516" cy="4114800"/>
          </a:xfrm>
          <a:custGeom>
            <a:avLst/>
            <a:gdLst/>
            <a:ahLst/>
            <a:cxnLst/>
            <a:rect r="r" b="b" t="t" l="l"/>
            <a:pathLst>
              <a:path h="4114800" w="6987516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640412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46463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33438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MORE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4D">
                    <a:alpha val="100000"/>
                  </a:srgbClr>
                </a:gs>
                <a:gs pos="100000">
                  <a:srgbClr val="FF54D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-142334" y="1609585"/>
            <a:ext cx="3908141" cy="854170"/>
            <a:chOff x="0" y="0"/>
            <a:chExt cx="1029305" cy="2249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9305" cy="224967"/>
            </a:xfrm>
            <a:custGeom>
              <a:avLst/>
              <a:gdLst/>
              <a:ahLst/>
              <a:cxnLst/>
              <a:rect r="r" b="b" t="t" l="l"/>
              <a:pathLst>
                <a:path h="224967" w="1029305">
                  <a:moveTo>
                    <a:pt x="55467" y="0"/>
                  </a:moveTo>
                  <a:lnTo>
                    <a:pt x="973837" y="0"/>
                  </a:lnTo>
                  <a:cubicBezTo>
                    <a:pt x="988548" y="0"/>
                    <a:pt x="1002657" y="5844"/>
                    <a:pt x="1013059" y="16246"/>
                  </a:cubicBezTo>
                  <a:cubicBezTo>
                    <a:pt x="1023461" y="26648"/>
                    <a:pt x="1029305" y="40756"/>
                    <a:pt x="1029305" y="55467"/>
                  </a:cubicBezTo>
                  <a:lnTo>
                    <a:pt x="1029305" y="169499"/>
                  </a:lnTo>
                  <a:cubicBezTo>
                    <a:pt x="1029305" y="184210"/>
                    <a:pt x="1023461" y="198318"/>
                    <a:pt x="1013059" y="208721"/>
                  </a:cubicBezTo>
                  <a:cubicBezTo>
                    <a:pt x="1002657" y="219123"/>
                    <a:pt x="988548" y="224967"/>
                    <a:pt x="973837" y="224967"/>
                  </a:cubicBezTo>
                  <a:lnTo>
                    <a:pt x="55467" y="224967"/>
                  </a:lnTo>
                  <a:cubicBezTo>
                    <a:pt x="40756" y="224967"/>
                    <a:pt x="26648" y="219123"/>
                    <a:pt x="16246" y="208721"/>
                  </a:cubicBezTo>
                  <a:cubicBezTo>
                    <a:pt x="5844" y="198318"/>
                    <a:pt x="0" y="184210"/>
                    <a:pt x="0" y="169499"/>
                  </a:cubicBezTo>
                  <a:lnTo>
                    <a:pt x="0" y="55467"/>
                  </a:lnTo>
                  <a:cubicBezTo>
                    <a:pt x="0" y="40756"/>
                    <a:pt x="5844" y="26648"/>
                    <a:pt x="16246" y="16246"/>
                  </a:cubicBezTo>
                  <a:cubicBezTo>
                    <a:pt x="26648" y="5844"/>
                    <a:pt x="40756" y="0"/>
                    <a:pt x="554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0"/>
            </a:gradFill>
            <a:ln w="4762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029305" cy="2916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353052" y="3455094"/>
            <a:ext cx="10114213" cy="6435168"/>
          </a:xfrm>
          <a:custGeom>
            <a:avLst/>
            <a:gdLst/>
            <a:ahLst/>
            <a:cxnLst/>
            <a:rect r="r" b="b" t="t" l="l"/>
            <a:pathLst>
              <a:path h="6435168" w="10114213">
                <a:moveTo>
                  <a:pt x="0" y="0"/>
                </a:moveTo>
                <a:lnTo>
                  <a:pt x="10114214" y="0"/>
                </a:lnTo>
                <a:lnTo>
                  <a:pt x="10114214" y="6435168"/>
                </a:lnTo>
                <a:lnTo>
                  <a:pt x="0" y="64351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081469" y="5143500"/>
            <a:ext cx="6558566" cy="4746762"/>
          </a:xfrm>
          <a:custGeom>
            <a:avLst/>
            <a:gdLst/>
            <a:ahLst/>
            <a:cxnLst/>
            <a:rect r="r" b="b" t="t" l="l"/>
            <a:pathLst>
              <a:path h="4746762" w="6558566">
                <a:moveTo>
                  <a:pt x="0" y="0"/>
                </a:moveTo>
                <a:lnTo>
                  <a:pt x="6558566" y="0"/>
                </a:lnTo>
                <a:lnTo>
                  <a:pt x="6558566" y="4746762"/>
                </a:lnTo>
                <a:lnTo>
                  <a:pt x="0" y="47467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870222" y="877888"/>
            <a:ext cx="4776120" cy="4101493"/>
          </a:xfrm>
          <a:custGeom>
            <a:avLst/>
            <a:gdLst/>
            <a:ahLst/>
            <a:cxnLst/>
            <a:rect r="r" b="b" t="t" l="l"/>
            <a:pathLst>
              <a:path h="4101493" w="4776120">
                <a:moveTo>
                  <a:pt x="0" y="0"/>
                </a:moveTo>
                <a:lnTo>
                  <a:pt x="4776120" y="0"/>
                </a:lnTo>
                <a:lnTo>
                  <a:pt x="4776120" y="4101492"/>
                </a:lnTo>
                <a:lnTo>
                  <a:pt x="0" y="410149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174124" y="811213"/>
            <a:ext cx="1939751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MODULOS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46463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733438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UTILS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53052" y="1782670"/>
            <a:ext cx="3283922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METRICAS RRSS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56894" y="8250330"/>
            <a:ext cx="6987516" cy="4114800"/>
          </a:xfrm>
          <a:custGeom>
            <a:avLst/>
            <a:gdLst/>
            <a:ahLst/>
            <a:cxnLst/>
            <a:rect r="r" b="b" t="t" l="l"/>
            <a:pathLst>
              <a:path h="4114800" w="6987516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57378" y="-2078130"/>
            <a:ext cx="6987516" cy="4114800"/>
          </a:xfrm>
          <a:custGeom>
            <a:avLst/>
            <a:gdLst/>
            <a:ahLst/>
            <a:cxnLst/>
            <a:rect r="r" b="b" t="t" l="l"/>
            <a:pathLst>
              <a:path h="4114800" w="6987516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640412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46463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33438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MORE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4D">
                    <a:alpha val="100000"/>
                  </a:srgbClr>
                </a:gs>
                <a:gs pos="100000">
                  <a:srgbClr val="FF54D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-142334" y="1609585"/>
            <a:ext cx="3908141" cy="854170"/>
            <a:chOff x="0" y="0"/>
            <a:chExt cx="1029305" cy="2249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9305" cy="224967"/>
            </a:xfrm>
            <a:custGeom>
              <a:avLst/>
              <a:gdLst/>
              <a:ahLst/>
              <a:cxnLst/>
              <a:rect r="r" b="b" t="t" l="l"/>
              <a:pathLst>
                <a:path h="224967" w="1029305">
                  <a:moveTo>
                    <a:pt x="55467" y="0"/>
                  </a:moveTo>
                  <a:lnTo>
                    <a:pt x="973837" y="0"/>
                  </a:lnTo>
                  <a:cubicBezTo>
                    <a:pt x="988548" y="0"/>
                    <a:pt x="1002657" y="5844"/>
                    <a:pt x="1013059" y="16246"/>
                  </a:cubicBezTo>
                  <a:cubicBezTo>
                    <a:pt x="1023461" y="26648"/>
                    <a:pt x="1029305" y="40756"/>
                    <a:pt x="1029305" y="55467"/>
                  </a:cubicBezTo>
                  <a:lnTo>
                    <a:pt x="1029305" y="169499"/>
                  </a:lnTo>
                  <a:cubicBezTo>
                    <a:pt x="1029305" y="184210"/>
                    <a:pt x="1023461" y="198318"/>
                    <a:pt x="1013059" y="208721"/>
                  </a:cubicBezTo>
                  <a:cubicBezTo>
                    <a:pt x="1002657" y="219123"/>
                    <a:pt x="988548" y="224967"/>
                    <a:pt x="973837" y="224967"/>
                  </a:cubicBezTo>
                  <a:lnTo>
                    <a:pt x="55467" y="224967"/>
                  </a:lnTo>
                  <a:cubicBezTo>
                    <a:pt x="40756" y="224967"/>
                    <a:pt x="26648" y="219123"/>
                    <a:pt x="16246" y="208721"/>
                  </a:cubicBezTo>
                  <a:cubicBezTo>
                    <a:pt x="5844" y="198318"/>
                    <a:pt x="0" y="184210"/>
                    <a:pt x="0" y="169499"/>
                  </a:cubicBezTo>
                  <a:lnTo>
                    <a:pt x="0" y="55467"/>
                  </a:lnTo>
                  <a:cubicBezTo>
                    <a:pt x="0" y="40756"/>
                    <a:pt x="5844" y="26648"/>
                    <a:pt x="16246" y="16246"/>
                  </a:cubicBezTo>
                  <a:cubicBezTo>
                    <a:pt x="26648" y="5844"/>
                    <a:pt x="40756" y="0"/>
                    <a:pt x="554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0"/>
            </a:gradFill>
            <a:ln w="47625" cap="rnd">
              <a:gradFill>
                <a:gsLst>
                  <a:gs pos="0">
                    <a:srgbClr val="9D0186">
                      <a:alpha val="100000"/>
                    </a:srgbClr>
                  </a:gs>
                  <a:gs pos="100000">
                    <a:srgbClr val="A5028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029305" cy="2916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96213" y="3765861"/>
            <a:ext cx="7257425" cy="6123452"/>
          </a:xfrm>
          <a:custGeom>
            <a:avLst/>
            <a:gdLst/>
            <a:ahLst/>
            <a:cxnLst/>
            <a:rect r="r" b="b" t="t" l="l"/>
            <a:pathLst>
              <a:path h="6123452" w="7257425">
                <a:moveTo>
                  <a:pt x="0" y="0"/>
                </a:moveTo>
                <a:lnTo>
                  <a:pt x="7257425" y="0"/>
                </a:lnTo>
                <a:lnTo>
                  <a:pt x="7257425" y="6123453"/>
                </a:lnTo>
                <a:lnTo>
                  <a:pt x="0" y="61234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832056" y="6509164"/>
            <a:ext cx="4683256" cy="3307549"/>
          </a:xfrm>
          <a:custGeom>
            <a:avLst/>
            <a:gdLst/>
            <a:ahLst/>
            <a:cxnLst/>
            <a:rect r="r" b="b" t="t" l="l"/>
            <a:pathLst>
              <a:path h="3307549" w="4683256">
                <a:moveTo>
                  <a:pt x="0" y="0"/>
                </a:moveTo>
                <a:lnTo>
                  <a:pt x="4683256" y="0"/>
                </a:lnTo>
                <a:lnTo>
                  <a:pt x="4683256" y="3307550"/>
                </a:lnTo>
                <a:lnTo>
                  <a:pt x="0" y="33075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113876" y="1849345"/>
            <a:ext cx="7914767" cy="4659819"/>
          </a:xfrm>
          <a:custGeom>
            <a:avLst/>
            <a:gdLst/>
            <a:ahLst/>
            <a:cxnLst/>
            <a:rect r="r" b="b" t="t" l="l"/>
            <a:pathLst>
              <a:path h="4659819" w="7914767">
                <a:moveTo>
                  <a:pt x="0" y="0"/>
                </a:moveTo>
                <a:lnTo>
                  <a:pt x="7914767" y="0"/>
                </a:lnTo>
                <a:lnTo>
                  <a:pt x="7914767" y="4659819"/>
                </a:lnTo>
                <a:lnTo>
                  <a:pt x="0" y="46598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339870" y="7388116"/>
            <a:ext cx="5688773" cy="1870184"/>
          </a:xfrm>
          <a:custGeom>
            <a:avLst/>
            <a:gdLst/>
            <a:ahLst/>
            <a:cxnLst/>
            <a:rect r="r" b="b" t="t" l="l"/>
            <a:pathLst>
              <a:path h="1870184" w="5688773">
                <a:moveTo>
                  <a:pt x="0" y="0"/>
                </a:moveTo>
                <a:lnTo>
                  <a:pt x="5688773" y="0"/>
                </a:lnTo>
                <a:lnTo>
                  <a:pt x="5688773" y="1870184"/>
                </a:lnTo>
                <a:lnTo>
                  <a:pt x="0" y="18701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8174124" y="811213"/>
            <a:ext cx="1939751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MODULOS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46463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733438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UTILS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53052" y="1782670"/>
            <a:ext cx="3283922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TEST COGNITIVOS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56894" y="8250330"/>
            <a:ext cx="6987516" cy="4114800"/>
          </a:xfrm>
          <a:custGeom>
            <a:avLst/>
            <a:gdLst/>
            <a:ahLst/>
            <a:cxnLst/>
            <a:rect r="r" b="b" t="t" l="l"/>
            <a:pathLst>
              <a:path h="4114800" w="6987516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57378" y="-2078130"/>
            <a:ext cx="6987516" cy="4114800"/>
          </a:xfrm>
          <a:custGeom>
            <a:avLst/>
            <a:gdLst/>
            <a:ahLst/>
            <a:cxnLst/>
            <a:rect r="r" b="b" t="t" l="l"/>
            <a:pathLst>
              <a:path h="4114800" w="6987516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976145" y="3895367"/>
            <a:ext cx="981701" cy="1110978"/>
          </a:xfrm>
          <a:custGeom>
            <a:avLst/>
            <a:gdLst/>
            <a:ahLst/>
            <a:cxnLst/>
            <a:rect r="r" b="b" t="t" l="l"/>
            <a:pathLst>
              <a:path h="1110978" w="981701">
                <a:moveTo>
                  <a:pt x="0" y="0"/>
                </a:moveTo>
                <a:lnTo>
                  <a:pt x="981701" y="0"/>
                </a:lnTo>
                <a:lnTo>
                  <a:pt x="981701" y="1110978"/>
                </a:lnTo>
                <a:lnTo>
                  <a:pt x="0" y="11109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007253" y="3851640"/>
            <a:ext cx="1187190" cy="1187190"/>
          </a:xfrm>
          <a:custGeom>
            <a:avLst/>
            <a:gdLst/>
            <a:ahLst/>
            <a:cxnLst/>
            <a:rect r="r" b="b" t="t" l="l"/>
            <a:pathLst>
              <a:path h="1187190" w="1187190">
                <a:moveTo>
                  <a:pt x="0" y="0"/>
                </a:moveTo>
                <a:lnTo>
                  <a:pt x="1187191" y="0"/>
                </a:lnTo>
                <a:lnTo>
                  <a:pt x="1187191" y="1187191"/>
                </a:lnTo>
                <a:lnTo>
                  <a:pt x="0" y="11871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640412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46463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33438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MORE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904098" y="713794"/>
            <a:ext cx="6214194" cy="629811"/>
            <a:chOff x="0" y="0"/>
            <a:chExt cx="1636660" cy="1658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4D">
                    <a:alpha val="100000"/>
                  </a:srgbClr>
                </a:gs>
                <a:gs pos="100000">
                  <a:srgbClr val="FF54D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144000" y="4986344"/>
            <a:ext cx="2374381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+25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76145" y="5722944"/>
            <a:ext cx="1923037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Usuarios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413658" y="4981681"/>
            <a:ext cx="2374381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109998" y="5722944"/>
            <a:ext cx="1923037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Soluciones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693510" y="8890000"/>
            <a:ext cx="256579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SIGUIENTE&gt;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507607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USERS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13658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600633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UTILS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719237" y="2154236"/>
            <a:ext cx="4849526" cy="94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6"/>
              </a:lnSpc>
            </a:pPr>
            <a:r>
              <a:rPr lang="en-US" sz="6626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CORE UITLS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21093" y="2057250"/>
            <a:ext cx="11245814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Proyección y Futuro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393173" y="3935062"/>
            <a:ext cx="10004541" cy="93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6"/>
              </a:lnSpc>
              <a:spcBef>
                <a:spcPct val="0"/>
              </a:spcBef>
            </a:pPr>
            <a:r>
              <a:rPr lang="en-US" b="true" sz="264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Nuevos módulos</a:t>
            </a:r>
            <a:r>
              <a:rPr lang="en-US" sz="264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 → analítica avanzada, big data y machine learning para mayor valor agregado.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195663" y="5169645"/>
            <a:ext cx="10004541" cy="93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6"/>
              </a:lnSpc>
              <a:spcBef>
                <a:spcPct val="0"/>
              </a:spcBef>
            </a:pPr>
            <a:r>
              <a:rPr lang="en-US" b="true" sz="264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Expansión sectorial</a:t>
            </a:r>
            <a:r>
              <a:rPr lang="en-US" sz="26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→ aplicable en logística, esports, educación y gestión empresarial.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90287" y="6404228"/>
            <a:ext cx="10004541" cy="93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6"/>
              </a:lnSpc>
              <a:spcBef>
                <a:spcPct val="0"/>
              </a:spcBef>
            </a:pPr>
            <a:r>
              <a:rPr lang="en-US" b="true" sz="264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Escalabilidad B2B → </a:t>
            </a:r>
            <a:r>
              <a:rPr lang="en-US" sz="26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preparado para operar como plataforma comercial para múltiples organizaciones.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93173" y="7840243"/>
            <a:ext cx="10004541" cy="93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6"/>
              </a:lnSpc>
              <a:spcBef>
                <a:spcPct val="0"/>
              </a:spcBef>
            </a:pPr>
            <a:r>
              <a:rPr lang="en-US" b="true" sz="264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Innovación continua → </a:t>
            </a:r>
            <a:r>
              <a:rPr lang="en-US" sz="26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integración de nuevas tecnologías cloud e IA para mantener competitividad.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640412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46463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733438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123223" y="8890000"/>
            <a:ext cx="2136077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SIGUIENTE&gt;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-1327569" y="713794"/>
            <a:ext cx="2655137" cy="3067911"/>
          </a:xfrm>
          <a:custGeom>
            <a:avLst/>
            <a:gdLst/>
            <a:ahLst/>
            <a:cxnLst/>
            <a:rect r="r" b="b" t="t" l="l"/>
            <a:pathLst>
              <a:path h="3067911" w="2655137">
                <a:moveTo>
                  <a:pt x="0" y="0"/>
                </a:moveTo>
                <a:lnTo>
                  <a:pt x="2655138" y="0"/>
                </a:lnTo>
                <a:lnTo>
                  <a:pt x="2655138" y="3067911"/>
                </a:lnTo>
                <a:lnTo>
                  <a:pt x="0" y="30679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960431" y="5807184"/>
            <a:ext cx="2655137" cy="3067911"/>
          </a:xfrm>
          <a:custGeom>
            <a:avLst/>
            <a:gdLst/>
            <a:ahLst/>
            <a:cxnLst/>
            <a:rect r="r" b="b" t="t" l="l"/>
            <a:pathLst>
              <a:path h="3067911" w="2655137">
                <a:moveTo>
                  <a:pt x="0" y="0"/>
                </a:moveTo>
                <a:lnTo>
                  <a:pt x="2655138" y="0"/>
                </a:lnTo>
                <a:lnTo>
                  <a:pt x="2655138" y="3067911"/>
                </a:lnTo>
                <a:lnTo>
                  <a:pt x="0" y="30679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4D">
                    <a:alpha val="100000"/>
                  </a:srgbClr>
                </a:gs>
                <a:gs pos="100000">
                  <a:srgbClr val="FF54D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403682" y="811213"/>
            <a:ext cx="1480637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FUTURO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46463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733438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UTILS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20019" y="4362435"/>
            <a:ext cx="9647963" cy="2336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50"/>
              </a:lnSpc>
            </a:pPr>
            <a:r>
              <a:rPr lang="en-US" sz="1635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GRACIAS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D0186">
                    <a:alpha val="100000"/>
                  </a:srgbClr>
                </a:gs>
                <a:gs pos="100000">
                  <a:srgbClr val="A50288">
                    <a:alpha val="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640412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46463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33438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534982" y="8890000"/>
            <a:ext cx="2724318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CORE HUB &gt;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1327569" y="713794"/>
            <a:ext cx="2655137" cy="3067911"/>
          </a:xfrm>
          <a:custGeom>
            <a:avLst/>
            <a:gdLst/>
            <a:ahLst/>
            <a:cxnLst/>
            <a:rect r="r" b="b" t="t" l="l"/>
            <a:pathLst>
              <a:path h="3067911" w="2655137">
                <a:moveTo>
                  <a:pt x="0" y="0"/>
                </a:moveTo>
                <a:lnTo>
                  <a:pt x="2655138" y="0"/>
                </a:lnTo>
                <a:lnTo>
                  <a:pt x="2655138" y="3067911"/>
                </a:lnTo>
                <a:lnTo>
                  <a:pt x="0" y="30679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960431" y="5333431"/>
            <a:ext cx="2655137" cy="3067911"/>
          </a:xfrm>
          <a:custGeom>
            <a:avLst/>
            <a:gdLst/>
            <a:ahLst/>
            <a:cxnLst/>
            <a:rect r="r" b="b" t="t" l="l"/>
            <a:pathLst>
              <a:path h="3067911" w="2655137">
                <a:moveTo>
                  <a:pt x="0" y="0"/>
                </a:moveTo>
                <a:lnTo>
                  <a:pt x="2655138" y="0"/>
                </a:lnTo>
                <a:lnTo>
                  <a:pt x="2655138" y="3067910"/>
                </a:lnTo>
                <a:lnTo>
                  <a:pt x="0" y="30679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6036903" y="713794"/>
            <a:ext cx="6214194" cy="629811"/>
            <a:chOff x="0" y="0"/>
            <a:chExt cx="1636660" cy="1658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36660" cy="165876"/>
            </a:xfrm>
            <a:custGeom>
              <a:avLst/>
              <a:gdLst/>
              <a:ahLst/>
              <a:cxnLst/>
              <a:rect r="r" b="b" t="t" l="l"/>
              <a:pathLst>
                <a:path h="165876" w="1636660">
                  <a:moveTo>
                    <a:pt x="68521" y="0"/>
                  </a:moveTo>
                  <a:lnTo>
                    <a:pt x="1568139" y="0"/>
                  </a:lnTo>
                  <a:cubicBezTo>
                    <a:pt x="1586312" y="0"/>
                    <a:pt x="1603740" y="7219"/>
                    <a:pt x="1616591" y="20069"/>
                  </a:cubicBezTo>
                  <a:cubicBezTo>
                    <a:pt x="1629441" y="32920"/>
                    <a:pt x="1636660" y="50348"/>
                    <a:pt x="1636660" y="68521"/>
                  </a:cubicBezTo>
                  <a:lnTo>
                    <a:pt x="1636660" y="97355"/>
                  </a:lnTo>
                  <a:cubicBezTo>
                    <a:pt x="1636660" y="115528"/>
                    <a:pt x="1629441" y="132957"/>
                    <a:pt x="1616591" y="145807"/>
                  </a:cubicBezTo>
                  <a:cubicBezTo>
                    <a:pt x="1603740" y="158657"/>
                    <a:pt x="1586312" y="165876"/>
                    <a:pt x="1568139" y="165876"/>
                  </a:cubicBezTo>
                  <a:lnTo>
                    <a:pt x="68521" y="165876"/>
                  </a:lnTo>
                  <a:cubicBezTo>
                    <a:pt x="50348" y="165876"/>
                    <a:pt x="32920" y="158657"/>
                    <a:pt x="20069" y="145807"/>
                  </a:cubicBezTo>
                  <a:cubicBezTo>
                    <a:pt x="7219" y="132957"/>
                    <a:pt x="0" y="115528"/>
                    <a:pt x="0" y="97355"/>
                  </a:cubicBezTo>
                  <a:lnTo>
                    <a:pt x="0" y="68521"/>
                  </a:lnTo>
                  <a:cubicBezTo>
                    <a:pt x="0" y="50348"/>
                    <a:pt x="7219" y="32920"/>
                    <a:pt x="20069" y="20069"/>
                  </a:cubicBezTo>
                  <a:cubicBezTo>
                    <a:pt x="32920" y="7219"/>
                    <a:pt x="50348" y="0"/>
                    <a:pt x="685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4D">
                    <a:alpha val="100000"/>
                  </a:srgbClr>
                </a:gs>
                <a:gs pos="100000">
                  <a:srgbClr val="FF54D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636660" cy="23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640412" y="811213"/>
            <a:ext cx="1365858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GRACIAS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46463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33438" y="811213"/>
            <a:ext cx="100717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UTILS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DAGyDmS2p-s</dc:identifier>
  <dcterms:modified xsi:type="dcterms:W3CDTF">2011-08-01T06:04:30Z</dcterms:modified>
  <cp:revision>1</cp:revision>
  <dc:title>COREUTILS - Presentación</dc:title>
</cp:coreProperties>
</file>